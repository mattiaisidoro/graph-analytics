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17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6CC5F-DF44-4A89-8919-494F3DFF61A1}" v="335" dt="2025-11-26T10:50:18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774" autoAdjust="0"/>
  </p:normalViewPr>
  <p:slideViewPr>
    <p:cSldViewPr snapToGrid="0">
      <p:cViewPr>
        <p:scale>
          <a:sx n="57" d="100"/>
          <a:sy n="57" d="100"/>
        </p:scale>
        <p:origin x="165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ia isidoro" userId="012f8d96526df539" providerId="LiveId" clId="{FDEB876D-7139-4738-A111-96101DF8632F}"/>
    <pc:docChg chg="undo custSel addSld delSld modSld addMainMaster delMainMaster">
      <pc:chgData name="mattia isidoro" userId="012f8d96526df539" providerId="LiveId" clId="{FDEB876D-7139-4738-A111-96101DF8632F}" dt="2025-11-26T10:52:41.895" v="2051" actId="1076"/>
      <pc:docMkLst>
        <pc:docMk/>
      </pc:docMkLst>
      <pc:sldChg chg="addSp delSp modSp new mod setBg modClrScheme addAnim setClrOvrMap chgLayout">
        <pc:chgData name="mattia isidoro" userId="012f8d96526df539" providerId="LiveId" clId="{FDEB876D-7139-4738-A111-96101DF8632F}" dt="2025-11-21T14:37:09.949" v="117"/>
        <pc:sldMkLst>
          <pc:docMk/>
          <pc:sldMk cId="2659242109" sldId="256"/>
        </pc:sldMkLst>
        <pc:spChg chg="mod">
          <ac:chgData name="mattia isidoro" userId="012f8d96526df539" providerId="LiveId" clId="{FDEB876D-7139-4738-A111-96101DF8632F}" dt="2025-11-21T14:37:09.949" v="115" actId="26606"/>
          <ac:spMkLst>
            <pc:docMk/>
            <pc:sldMk cId="2659242109" sldId="256"/>
            <ac:spMk id="2" creationId="{018192C8-E66D-74C9-36B2-59A35CB3077E}"/>
          </ac:spMkLst>
        </pc:spChg>
        <pc:spChg chg="mod">
          <ac:chgData name="mattia isidoro" userId="012f8d96526df539" providerId="LiveId" clId="{FDEB876D-7139-4738-A111-96101DF8632F}" dt="2025-11-21T14:37:09.949" v="115" actId="26606"/>
          <ac:spMkLst>
            <pc:docMk/>
            <pc:sldMk cId="2659242109" sldId="256"/>
            <ac:spMk id="3" creationId="{585C7F58-E26B-E1F2-D77A-DF1AB98BE476}"/>
          </ac:spMkLst>
        </pc:spChg>
        <pc:spChg chg="add">
          <ac:chgData name="mattia isidoro" userId="012f8d96526df539" providerId="LiveId" clId="{FDEB876D-7139-4738-A111-96101DF8632F}" dt="2025-11-21T14:37:09.949" v="115" actId="26606"/>
          <ac:spMkLst>
            <pc:docMk/>
            <pc:sldMk cId="2659242109" sldId="256"/>
            <ac:spMk id="21" creationId="{CFD1D2CD-954D-4C4D-B505-05EAD159B230}"/>
          </ac:spMkLst>
        </pc:spChg>
        <pc:picChg chg="add mod ord">
          <ac:chgData name="mattia isidoro" userId="012f8d96526df539" providerId="LiveId" clId="{FDEB876D-7139-4738-A111-96101DF8632F}" dt="2025-11-21T14:37:09.949" v="115" actId="26606"/>
          <ac:picMkLst>
            <pc:docMk/>
            <pc:sldMk cId="2659242109" sldId="256"/>
            <ac:picMk id="15" creationId="{776281C2-697F-94B0-32BC-E99F5F4B0740}"/>
          </ac:picMkLst>
        </pc:picChg>
        <pc:cxnChg chg="add">
          <ac:chgData name="mattia isidoro" userId="012f8d96526df539" providerId="LiveId" clId="{FDEB876D-7139-4738-A111-96101DF8632F}" dt="2025-11-21T14:37:09.949" v="115" actId="26606"/>
          <ac:cxnSpMkLst>
            <pc:docMk/>
            <pc:sldMk cId="2659242109" sldId="256"/>
            <ac:cxnSpMk id="23" creationId="{D132AEA7-A24A-45A9-BF8F-D0AFF34DF68C}"/>
          </ac:cxnSpMkLst>
        </pc:cxnChg>
      </pc:sldChg>
      <pc:sldChg chg="addSp delSp modSp new mod">
        <pc:chgData name="mattia isidoro" userId="012f8d96526df539" providerId="LiveId" clId="{FDEB876D-7139-4738-A111-96101DF8632F}" dt="2025-11-21T14:59:55.810" v="201" actId="26606"/>
        <pc:sldMkLst>
          <pc:docMk/>
          <pc:sldMk cId="3604171092" sldId="257"/>
        </pc:sldMkLst>
        <pc:spChg chg="mod">
          <ac:chgData name="mattia isidoro" userId="012f8d96526df539" providerId="LiveId" clId="{FDEB876D-7139-4738-A111-96101DF8632F}" dt="2025-11-21T14:38:18.510" v="161" actId="14100"/>
          <ac:spMkLst>
            <pc:docMk/>
            <pc:sldMk cId="3604171092" sldId="257"/>
            <ac:spMk id="2" creationId="{9699E5E4-DEEF-9EAA-586F-025000ACADFE}"/>
          </ac:spMkLst>
        </pc:spChg>
        <pc:spChg chg="add mod">
          <ac:chgData name="mattia isidoro" userId="012f8d96526df539" providerId="LiveId" clId="{FDEB876D-7139-4738-A111-96101DF8632F}" dt="2025-11-21T14:57:36.715" v="177" actId="113"/>
          <ac:spMkLst>
            <pc:docMk/>
            <pc:sldMk cId="3604171092" sldId="257"/>
            <ac:spMk id="4" creationId="{AB13A160-5125-832B-9EF2-0140ECD6A776}"/>
          </ac:spMkLst>
        </pc:spChg>
        <pc:graphicFrameChg chg="add">
          <ac:chgData name="mattia isidoro" userId="012f8d96526df539" providerId="LiveId" clId="{FDEB876D-7139-4738-A111-96101DF8632F}" dt="2025-11-21T14:59:55.810" v="201" actId="26606"/>
          <ac:graphicFrameMkLst>
            <pc:docMk/>
            <pc:sldMk cId="3604171092" sldId="257"/>
            <ac:graphicFrameMk id="9" creationId="{B912113F-0D51-B6F3-7538-5BCB7A6D1D65}"/>
          </ac:graphicFrameMkLst>
        </pc:graphicFrameChg>
      </pc:sldChg>
      <pc:sldChg chg="addSp delSp modSp new mod setBg modNotesTx">
        <pc:chgData name="mattia isidoro" userId="012f8d96526df539" providerId="LiveId" clId="{FDEB876D-7139-4738-A111-96101DF8632F}" dt="2025-11-21T15:07:11.925" v="251" actId="121"/>
        <pc:sldMkLst>
          <pc:docMk/>
          <pc:sldMk cId="813623583" sldId="258"/>
        </pc:sldMkLst>
        <pc:spChg chg="mod">
          <ac:chgData name="mattia isidoro" userId="012f8d96526df539" providerId="LiveId" clId="{FDEB876D-7139-4738-A111-96101DF8632F}" dt="2025-11-21T15:07:09.619" v="250" actId="121"/>
          <ac:spMkLst>
            <pc:docMk/>
            <pc:sldMk cId="813623583" sldId="258"/>
            <ac:spMk id="2" creationId="{11A6CBC0-0D22-5FA2-53D4-B13190D6F7AA}"/>
          </ac:spMkLst>
        </pc:spChg>
        <pc:spChg chg="add mod ord">
          <ac:chgData name="mattia isidoro" userId="012f8d96526df539" providerId="LiveId" clId="{FDEB876D-7139-4738-A111-96101DF8632F}" dt="2025-11-21T15:06:40.088" v="243" actId="26606"/>
          <ac:spMkLst>
            <pc:docMk/>
            <pc:sldMk cId="813623583" sldId="258"/>
            <ac:spMk id="4" creationId="{93611037-7730-CBCE-435A-78FAB7442F56}"/>
          </ac:spMkLst>
        </pc:spChg>
        <pc:spChg chg="add mod">
          <ac:chgData name="mattia isidoro" userId="012f8d96526df539" providerId="LiveId" clId="{FDEB876D-7139-4738-A111-96101DF8632F}" dt="2025-11-21T15:07:11.925" v="251" actId="121"/>
          <ac:spMkLst>
            <pc:docMk/>
            <pc:sldMk cId="813623583" sldId="258"/>
            <ac:spMk id="6" creationId="{2C518EC2-1FA8-047C-58D5-4024BA2CB0EB}"/>
          </ac:spMkLst>
        </pc:spChg>
        <pc:spChg chg="add">
          <ac:chgData name="mattia isidoro" userId="012f8d96526df539" providerId="LiveId" clId="{FDEB876D-7139-4738-A111-96101DF8632F}" dt="2025-11-21T15:06:40.088" v="243" actId="26606"/>
          <ac:spMkLst>
            <pc:docMk/>
            <pc:sldMk cId="813623583" sldId="258"/>
            <ac:spMk id="12" creationId="{CFD1D2CD-954D-4C4D-B505-05EAD159B230}"/>
          </ac:spMkLst>
        </pc:spChg>
        <pc:picChg chg="add">
          <ac:chgData name="mattia isidoro" userId="012f8d96526df539" providerId="LiveId" clId="{FDEB876D-7139-4738-A111-96101DF8632F}" dt="2025-11-21T15:06:40.088" v="243" actId="26606"/>
          <ac:picMkLst>
            <pc:docMk/>
            <pc:sldMk cId="813623583" sldId="258"/>
            <ac:picMk id="8" creationId="{60E6C20E-8B6F-21A7-E12D-22F0B33CE041}"/>
          </ac:picMkLst>
        </pc:picChg>
        <pc:cxnChg chg="add">
          <ac:chgData name="mattia isidoro" userId="012f8d96526df539" providerId="LiveId" clId="{FDEB876D-7139-4738-A111-96101DF8632F}" dt="2025-11-21T15:06:40.088" v="243" actId="26606"/>
          <ac:cxnSpMkLst>
            <pc:docMk/>
            <pc:sldMk cId="813623583" sldId="258"/>
            <ac:cxnSpMk id="14" creationId="{D132AEA7-A24A-45A9-BF8F-D0AFF34DF68C}"/>
          </ac:cxnSpMkLst>
        </pc:cxnChg>
      </pc:sldChg>
      <pc:sldChg chg="addSp delSp modSp new mod">
        <pc:chgData name="mattia isidoro" userId="012f8d96526df539" providerId="LiveId" clId="{FDEB876D-7139-4738-A111-96101DF8632F}" dt="2025-11-25T08:52:15.444" v="476" actId="27636"/>
        <pc:sldMkLst>
          <pc:docMk/>
          <pc:sldMk cId="4193479110" sldId="259"/>
        </pc:sldMkLst>
        <pc:spChg chg="mod">
          <ac:chgData name="mattia isidoro" userId="012f8d96526df539" providerId="LiveId" clId="{FDEB876D-7139-4738-A111-96101DF8632F}" dt="2025-11-25T08:52:15.444" v="476" actId="27636"/>
          <ac:spMkLst>
            <pc:docMk/>
            <pc:sldMk cId="4193479110" sldId="259"/>
            <ac:spMk id="2" creationId="{0E5E5820-27E2-64FE-4A83-B17CA64B92F7}"/>
          </ac:spMkLst>
        </pc:spChg>
        <pc:spChg chg="mod">
          <ac:chgData name="mattia isidoro" userId="012f8d96526df539" providerId="LiveId" clId="{FDEB876D-7139-4738-A111-96101DF8632F}" dt="2025-11-21T15:11:21.811" v="357" actId="27636"/>
          <ac:spMkLst>
            <pc:docMk/>
            <pc:sldMk cId="4193479110" sldId="259"/>
            <ac:spMk id="3" creationId="{123E077F-00BE-7EB0-242E-5AA00301DAAE}"/>
          </ac:spMkLst>
        </pc:spChg>
        <pc:graphicFrameChg chg="add">
          <ac:chgData name="mattia isidoro" userId="012f8d96526df539" providerId="LiveId" clId="{FDEB876D-7139-4738-A111-96101DF8632F}" dt="2025-11-21T15:11:42.639" v="360" actId="26606"/>
          <ac:graphicFrameMkLst>
            <pc:docMk/>
            <pc:sldMk cId="4193479110" sldId="259"/>
            <ac:graphicFrameMk id="8" creationId="{BB2A0765-BC04-9312-BA38-4AAD40EED097}"/>
          </ac:graphicFrameMkLst>
        </pc:graphicFrameChg>
      </pc:sldChg>
      <pc:sldChg chg="addSp modSp new mod modNotesTx">
        <pc:chgData name="mattia isidoro" userId="012f8d96526df539" providerId="LiveId" clId="{FDEB876D-7139-4738-A111-96101DF8632F}" dt="2025-11-26T10:45:44.863" v="2029" actId="20577"/>
        <pc:sldMkLst>
          <pc:docMk/>
          <pc:sldMk cId="2060945210" sldId="260"/>
        </pc:sldMkLst>
        <pc:spChg chg="mod">
          <ac:chgData name="mattia isidoro" userId="012f8d96526df539" providerId="LiveId" clId="{FDEB876D-7139-4738-A111-96101DF8632F}" dt="2025-11-21T15:16:42.816" v="446" actId="1076"/>
          <ac:spMkLst>
            <pc:docMk/>
            <pc:sldMk cId="2060945210" sldId="260"/>
            <ac:spMk id="2" creationId="{0ADF49C7-55E7-B92B-14A6-ACB226042380}"/>
          </ac:spMkLst>
        </pc:spChg>
        <pc:spChg chg="mod">
          <ac:chgData name="mattia isidoro" userId="012f8d96526df539" providerId="LiveId" clId="{FDEB876D-7139-4738-A111-96101DF8632F}" dt="2025-11-21T15:18:45.900" v="449" actId="1076"/>
          <ac:spMkLst>
            <pc:docMk/>
            <pc:sldMk cId="2060945210" sldId="260"/>
            <ac:spMk id="3" creationId="{E26E474B-303B-97C8-C0C9-F7A1D267F3E1}"/>
          </ac:spMkLst>
        </pc:spChg>
        <pc:spChg chg="add mod">
          <ac:chgData name="mattia isidoro" userId="012f8d96526df539" providerId="LiveId" clId="{FDEB876D-7139-4738-A111-96101DF8632F}" dt="2025-11-21T15:18:50.322" v="450" actId="1076"/>
          <ac:spMkLst>
            <pc:docMk/>
            <pc:sldMk cId="2060945210" sldId="260"/>
            <ac:spMk id="4" creationId="{C9944ED0-074C-EF35-0AC1-2BE90BDBF138}"/>
          </ac:spMkLst>
        </pc:spChg>
        <pc:picChg chg="add mod">
          <ac:chgData name="mattia isidoro" userId="012f8d96526df539" providerId="LiveId" clId="{FDEB876D-7139-4738-A111-96101DF8632F}" dt="2025-11-21T15:16:38.193" v="445" actId="1076"/>
          <ac:picMkLst>
            <pc:docMk/>
            <pc:sldMk cId="2060945210" sldId="260"/>
            <ac:picMk id="6" creationId="{2378820D-D5D9-EC1C-9F79-C4865C8FBF68}"/>
          </ac:picMkLst>
        </pc:picChg>
      </pc:sldChg>
      <pc:sldChg chg="addSp delSp modSp new mod setBg">
        <pc:chgData name="mattia isidoro" userId="012f8d96526df539" providerId="LiveId" clId="{FDEB876D-7139-4738-A111-96101DF8632F}" dt="2025-11-25T09:16:40.216" v="742" actId="26606"/>
        <pc:sldMkLst>
          <pc:docMk/>
          <pc:sldMk cId="4017910538" sldId="261"/>
        </pc:sldMkLst>
        <pc:spChg chg="mod">
          <ac:chgData name="mattia isidoro" userId="012f8d96526df539" providerId="LiveId" clId="{FDEB876D-7139-4738-A111-96101DF8632F}" dt="2025-11-25T09:16:40.216" v="742" actId="26606"/>
          <ac:spMkLst>
            <pc:docMk/>
            <pc:sldMk cId="4017910538" sldId="261"/>
            <ac:spMk id="2" creationId="{4415F27B-0728-6BF0-C6E9-2053FAC3FEA0}"/>
          </ac:spMkLst>
        </pc:spChg>
        <pc:spChg chg="del mod">
          <ac:chgData name="mattia isidoro" userId="012f8d96526df539" providerId="LiveId" clId="{FDEB876D-7139-4738-A111-96101DF8632F}" dt="2025-11-25T09:06:38.188" v="560" actId="21"/>
          <ac:spMkLst>
            <pc:docMk/>
            <pc:sldMk cId="4017910538" sldId="261"/>
            <ac:spMk id="3" creationId="{2119BC07-F63E-4C45-9D20-7C2D3F70A61E}"/>
          </ac:spMkLst>
        </pc:spChg>
        <pc:spChg chg="add del mod">
          <ac:chgData name="mattia isidoro" userId="012f8d96526df539" providerId="LiveId" clId="{FDEB876D-7139-4738-A111-96101DF8632F}" dt="2025-11-25T09:06:45.126" v="562" actId="21"/>
          <ac:spMkLst>
            <pc:docMk/>
            <pc:sldMk cId="4017910538" sldId="261"/>
            <ac:spMk id="5" creationId="{B570910C-B2BB-BE2D-BEC9-875091CF5E52}"/>
          </ac:spMkLst>
        </pc:spChg>
        <pc:spChg chg="add mod">
          <ac:chgData name="mattia isidoro" userId="012f8d96526df539" providerId="LiveId" clId="{FDEB876D-7139-4738-A111-96101DF8632F}" dt="2025-11-25T09:16:40.216" v="742" actId="26606"/>
          <ac:spMkLst>
            <pc:docMk/>
            <pc:sldMk cId="4017910538" sldId="261"/>
            <ac:spMk id="6" creationId="{1CCAB351-3391-ED46-BE2F-11CA4DA58441}"/>
          </ac:spMkLst>
        </pc:spChg>
        <pc:spChg chg="add">
          <ac:chgData name="mattia isidoro" userId="012f8d96526df539" providerId="LiveId" clId="{FDEB876D-7139-4738-A111-96101DF8632F}" dt="2025-11-25T09:07:07.657" v="564"/>
          <ac:spMkLst>
            <pc:docMk/>
            <pc:sldMk cId="4017910538" sldId="261"/>
            <ac:spMk id="7" creationId="{D70801F4-67A7-50B2-52B0-11EA2A0FE27E}"/>
          </ac:spMkLst>
        </pc:spChg>
        <pc:spChg chg="add">
          <ac:chgData name="mattia isidoro" userId="012f8d96526df539" providerId="LiveId" clId="{FDEB876D-7139-4738-A111-96101DF8632F}" dt="2025-11-25T09:16:40.216" v="742" actId="26606"/>
          <ac:spMkLst>
            <pc:docMk/>
            <pc:sldMk cId="4017910538" sldId="261"/>
            <ac:spMk id="15" creationId="{DBDA151C-5770-45E4-AAFF-59E7F403866D}"/>
          </ac:spMkLst>
        </pc:spChg>
        <pc:picChg chg="add">
          <ac:chgData name="mattia isidoro" userId="012f8d96526df539" providerId="LiveId" clId="{FDEB876D-7139-4738-A111-96101DF8632F}" dt="2025-11-25T09:16:40.216" v="742" actId="26606"/>
          <ac:picMkLst>
            <pc:docMk/>
            <pc:sldMk cId="4017910538" sldId="261"/>
            <ac:picMk id="10" creationId="{BD8FD2C5-1D3C-542E-1149-584F730AE9A2}"/>
          </ac:picMkLst>
        </pc:picChg>
        <pc:cxnChg chg="add">
          <ac:chgData name="mattia isidoro" userId="012f8d96526df539" providerId="LiveId" clId="{FDEB876D-7139-4738-A111-96101DF8632F}" dt="2025-11-25T09:16:40.216" v="742" actId="26606"/>
          <ac:cxnSpMkLst>
            <pc:docMk/>
            <pc:sldMk cId="4017910538" sldId="261"/>
            <ac:cxnSpMk id="13" creationId="{118E06E4-607B-144B-382B-AD3D06B1EE8C}"/>
          </ac:cxnSpMkLst>
        </pc:cxnChg>
        <pc:cxnChg chg="add">
          <ac:chgData name="mattia isidoro" userId="012f8d96526df539" providerId="LiveId" clId="{FDEB876D-7139-4738-A111-96101DF8632F}" dt="2025-11-25T09:16:40.216" v="742" actId="26606"/>
          <ac:cxnSpMkLst>
            <pc:docMk/>
            <pc:sldMk cId="4017910538" sldId="261"/>
            <ac:cxnSpMk id="17" creationId="{2EA0F4A6-3CC9-C9E2-BA02-58FA29F7DD8E}"/>
          </ac:cxnSpMkLst>
        </pc:cxnChg>
      </pc:sldChg>
      <pc:sldChg chg="addSp delSp modSp new mod setBg">
        <pc:chgData name="mattia isidoro" userId="012f8d96526df539" providerId="LiveId" clId="{FDEB876D-7139-4738-A111-96101DF8632F}" dt="2025-11-25T09:03:27.765" v="558" actId="27614"/>
        <pc:sldMkLst>
          <pc:docMk/>
          <pc:sldMk cId="405716771" sldId="262"/>
        </pc:sldMkLst>
        <pc:spChg chg="mod">
          <ac:chgData name="mattia isidoro" userId="012f8d96526df539" providerId="LiveId" clId="{FDEB876D-7139-4738-A111-96101DF8632F}" dt="2025-11-25T09:03:18.642" v="557" actId="26606"/>
          <ac:spMkLst>
            <pc:docMk/>
            <pc:sldMk cId="405716771" sldId="262"/>
            <ac:spMk id="2" creationId="{A86BC09F-1BA5-2D77-75B1-A6155B425F0C}"/>
          </ac:spMkLst>
        </pc:spChg>
        <pc:spChg chg="del mod">
          <ac:chgData name="mattia isidoro" userId="012f8d96526df539" providerId="LiveId" clId="{FDEB876D-7139-4738-A111-96101DF8632F}" dt="2025-11-25T08:58:32.352" v="517" actId="21"/>
          <ac:spMkLst>
            <pc:docMk/>
            <pc:sldMk cId="405716771" sldId="262"/>
            <ac:spMk id="3" creationId="{FC9A7820-13BB-55F7-65AD-D1934F3B87BB}"/>
          </ac:spMkLst>
        </pc:spChg>
        <pc:spChg chg="add del mod">
          <ac:chgData name="mattia isidoro" userId="012f8d96526df539" providerId="LiveId" clId="{FDEB876D-7139-4738-A111-96101DF8632F}" dt="2025-11-25T08:58:01.860" v="509"/>
          <ac:spMkLst>
            <pc:docMk/>
            <pc:sldMk cId="405716771" sldId="262"/>
            <ac:spMk id="4" creationId="{63B4F72C-1687-45EE-3A97-83D7A1684051}"/>
          </ac:spMkLst>
        </pc:spChg>
        <pc:spChg chg="add">
          <ac:chgData name="mattia isidoro" userId="012f8d96526df539" providerId="LiveId" clId="{FDEB876D-7139-4738-A111-96101DF8632F}" dt="2025-11-25T08:57:51.517" v="507"/>
          <ac:spMkLst>
            <pc:docMk/>
            <pc:sldMk cId="405716771" sldId="262"/>
            <ac:spMk id="5" creationId="{9764193E-1584-B5BE-77FB-C6D70AFA1973}"/>
          </ac:spMkLst>
        </pc:spChg>
        <pc:spChg chg="add mod">
          <ac:chgData name="mattia isidoro" userId="012f8d96526df539" providerId="LiveId" clId="{FDEB876D-7139-4738-A111-96101DF8632F}" dt="2025-11-25T09:03:18.642" v="557" actId="26606"/>
          <ac:spMkLst>
            <pc:docMk/>
            <pc:sldMk cId="405716771" sldId="262"/>
            <ac:spMk id="6" creationId="{7EA5BA6E-A154-6422-ABCA-635E4D599AF2}"/>
          </ac:spMkLst>
        </pc:spChg>
        <pc:spChg chg="add">
          <ac:chgData name="mattia isidoro" userId="012f8d96526df539" providerId="LiveId" clId="{FDEB876D-7139-4738-A111-96101DF8632F}" dt="2025-11-25T09:03:18.642" v="557" actId="26606"/>
          <ac:spMkLst>
            <pc:docMk/>
            <pc:sldMk cId="405716771" sldId="262"/>
            <ac:spMk id="14" creationId="{744CAA32-F237-419C-A2DD-43C28D920D3C}"/>
          </ac:spMkLst>
        </pc:spChg>
        <pc:picChg chg="add mod modCrop">
          <ac:chgData name="mattia isidoro" userId="012f8d96526df539" providerId="LiveId" clId="{FDEB876D-7139-4738-A111-96101DF8632F}" dt="2025-11-25T09:03:27.765" v="558" actId="27614"/>
          <ac:picMkLst>
            <pc:docMk/>
            <pc:sldMk cId="405716771" sldId="262"/>
            <ac:picMk id="7" creationId="{38D8C808-0D20-F8A7-5AB9-9A11C34237A9}"/>
          </ac:picMkLst>
        </pc:picChg>
        <pc:cxnChg chg="add">
          <ac:chgData name="mattia isidoro" userId="012f8d96526df539" providerId="LiveId" clId="{FDEB876D-7139-4738-A111-96101DF8632F}" dt="2025-11-25T09:03:18.642" v="557" actId="26606"/>
          <ac:cxnSpMkLst>
            <pc:docMk/>
            <pc:sldMk cId="405716771" sldId="262"/>
            <ac:cxnSpMk id="12" creationId="{118E06E4-607B-144B-382B-AD3D06B1EE8C}"/>
          </ac:cxnSpMkLst>
        </pc:cxnChg>
        <pc:cxnChg chg="add">
          <ac:chgData name="mattia isidoro" userId="012f8d96526df539" providerId="LiveId" clId="{FDEB876D-7139-4738-A111-96101DF8632F}" dt="2025-11-25T09:03:18.642" v="557" actId="26606"/>
          <ac:cxnSpMkLst>
            <pc:docMk/>
            <pc:sldMk cId="405716771" sldId="262"/>
            <ac:cxnSpMk id="16" creationId="{92025DBA-8780-9CA0-2826-FF6E3BD1A0C9}"/>
          </ac:cxnSpMkLst>
        </pc:cxnChg>
      </pc:sldChg>
      <pc:sldChg chg="addSp delSp modSp new mod setBg modNotesTx">
        <pc:chgData name="mattia isidoro" userId="012f8d96526df539" providerId="LiveId" clId="{FDEB876D-7139-4738-A111-96101DF8632F}" dt="2025-11-26T10:50:23.558" v="2047" actId="20577"/>
        <pc:sldMkLst>
          <pc:docMk/>
          <pc:sldMk cId="2056492086" sldId="263"/>
        </pc:sldMkLst>
        <pc:spChg chg="mod">
          <ac:chgData name="mattia isidoro" userId="012f8d96526df539" providerId="LiveId" clId="{FDEB876D-7139-4738-A111-96101DF8632F}" dt="2025-11-25T09:21:23.995" v="826" actId="1076"/>
          <ac:spMkLst>
            <pc:docMk/>
            <pc:sldMk cId="2056492086" sldId="263"/>
            <ac:spMk id="2" creationId="{9E7B0910-D8E7-F239-2F22-6FAFC29A9891}"/>
          </ac:spMkLst>
        </pc:spChg>
        <pc:spChg chg="del">
          <ac:chgData name="mattia isidoro" userId="012f8d96526df539" providerId="LiveId" clId="{FDEB876D-7139-4738-A111-96101DF8632F}" dt="2025-11-25T09:17:19.704" v="749" actId="21"/>
          <ac:spMkLst>
            <pc:docMk/>
            <pc:sldMk cId="2056492086" sldId="263"/>
            <ac:spMk id="3" creationId="{13816322-E55F-517B-1531-CF4CC9005A90}"/>
          </ac:spMkLst>
        </pc:spChg>
        <pc:spChg chg="add mod">
          <ac:chgData name="mattia isidoro" userId="012f8d96526df539" providerId="LiveId" clId="{FDEB876D-7139-4738-A111-96101DF8632F}" dt="2025-11-26T09:09:23.720" v="1806" actId="6549"/>
          <ac:spMkLst>
            <pc:docMk/>
            <pc:sldMk cId="2056492086" sldId="263"/>
            <ac:spMk id="4" creationId="{26A6B7F3-4908-2605-D889-5E5C3C7EBB37}"/>
          </ac:spMkLst>
        </pc:spChg>
        <pc:spChg chg="add del">
          <ac:chgData name="mattia isidoro" userId="012f8d96526df539" providerId="LiveId" clId="{FDEB876D-7139-4738-A111-96101DF8632F}" dt="2025-11-25T09:20:31.743" v="812" actId="26606"/>
          <ac:spMkLst>
            <pc:docMk/>
            <pc:sldMk cId="2056492086" sldId="263"/>
            <ac:spMk id="13" creationId="{063F27BC-7079-4FF7-8F7C-ABC82FA3C247}"/>
          </ac:spMkLst>
        </pc:spChg>
        <pc:spChg chg="add">
          <ac:chgData name="mattia isidoro" userId="012f8d96526df539" providerId="LiveId" clId="{FDEB876D-7139-4738-A111-96101DF8632F}" dt="2025-11-25T09:20:31.743" v="812" actId="26606"/>
          <ac:spMkLst>
            <pc:docMk/>
            <pc:sldMk cId="2056492086" sldId="263"/>
            <ac:spMk id="22" creationId="{744CAA32-F237-419C-A2DD-43C28D920D3C}"/>
          </ac:spMkLst>
        </pc:spChg>
        <pc:picChg chg="add mod">
          <ac:chgData name="mattia isidoro" userId="012f8d96526df539" providerId="LiveId" clId="{FDEB876D-7139-4738-A111-96101DF8632F}" dt="2025-11-25T09:20:31.743" v="812" actId="26606"/>
          <ac:picMkLst>
            <pc:docMk/>
            <pc:sldMk cId="2056492086" sldId="263"/>
            <ac:picMk id="5" creationId="{37D0883D-25EB-F7C1-6B17-AF68DA70E94E}"/>
          </ac:picMkLst>
        </pc:picChg>
        <pc:picChg chg="add mod ord">
          <ac:chgData name="mattia isidoro" userId="012f8d96526df539" providerId="LiveId" clId="{FDEB876D-7139-4738-A111-96101DF8632F}" dt="2025-11-25T09:20:31.743" v="812" actId="26606"/>
          <ac:picMkLst>
            <pc:docMk/>
            <pc:sldMk cId="2056492086" sldId="263"/>
            <ac:picMk id="8" creationId="{3B4F102A-D832-E51A-5DA4-B6F713D06668}"/>
          </ac:picMkLst>
        </pc:picChg>
        <pc:cxnChg chg="add del">
          <ac:chgData name="mattia isidoro" userId="012f8d96526df539" providerId="LiveId" clId="{FDEB876D-7139-4738-A111-96101DF8632F}" dt="2025-11-25T09:20:31.743" v="812" actId="26606"/>
          <ac:cxnSpMkLst>
            <pc:docMk/>
            <pc:sldMk cId="2056492086" sldId="263"/>
            <ac:cxnSpMk id="11" creationId="{118E06E4-607B-144B-382B-AD3D06B1EE8C}"/>
          </ac:cxnSpMkLst>
        </pc:cxnChg>
        <pc:cxnChg chg="add del">
          <ac:chgData name="mattia isidoro" userId="012f8d96526df539" providerId="LiveId" clId="{FDEB876D-7139-4738-A111-96101DF8632F}" dt="2025-11-25T09:20:31.743" v="812" actId="26606"/>
          <ac:cxnSpMkLst>
            <pc:docMk/>
            <pc:sldMk cId="2056492086" sldId="263"/>
            <ac:cxnSpMk id="15" creationId="{540DBD50-3CB1-A513-2321-1891E3F0954D}"/>
          </ac:cxnSpMkLst>
        </pc:cxnChg>
        <pc:cxnChg chg="add">
          <ac:chgData name="mattia isidoro" userId="012f8d96526df539" providerId="LiveId" clId="{FDEB876D-7139-4738-A111-96101DF8632F}" dt="2025-11-25T09:20:31.743" v="812" actId="26606"/>
          <ac:cxnSpMkLst>
            <pc:docMk/>
            <pc:sldMk cId="2056492086" sldId="263"/>
            <ac:cxnSpMk id="20" creationId="{118E06E4-607B-144B-382B-AD3D06B1EE8C}"/>
          </ac:cxnSpMkLst>
        </pc:cxnChg>
        <pc:cxnChg chg="add">
          <ac:chgData name="mattia isidoro" userId="012f8d96526df539" providerId="LiveId" clId="{FDEB876D-7139-4738-A111-96101DF8632F}" dt="2025-11-25T09:20:31.743" v="812" actId="26606"/>
          <ac:cxnSpMkLst>
            <pc:docMk/>
            <pc:sldMk cId="2056492086" sldId="263"/>
            <ac:cxnSpMk id="24" creationId="{753FE100-D0AB-4AE2-824B-60CFA31EC6A2}"/>
          </ac:cxnSpMkLst>
        </pc:cxnChg>
      </pc:sldChg>
      <pc:sldChg chg="addSp delSp modSp new mod">
        <pc:chgData name="mattia isidoro" userId="012f8d96526df539" providerId="LiveId" clId="{FDEB876D-7139-4738-A111-96101DF8632F}" dt="2025-11-26T10:52:41.895" v="2051" actId="1076"/>
        <pc:sldMkLst>
          <pc:docMk/>
          <pc:sldMk cId="1393958689" sldId="264"/>
        </pc:sldMkLst>
        <pc:spChg chg="mod">
          <ac:chgData name="mattia isidoro" userId="012f8d96526df539" providerId="LiveId" clId="{FDEB876D-7139-4738-A111-96101DF8632F}" dt="2025-11-25T09:25:44.812" v="835" actId="1076"/>
          <ac:spMkLst>
            <pc:docMk/>
            <pc:sldMk cId="1393958689" sldId="264"/>
            <ac:spMk id="2" creationId="{7EB798D2-CEC9-0409-F3E6-66BA685A4298}"/>
          </ac:spMkLst>
        </pc:spChg>
        <pc:spChg chg="del">
          <ac:chgData name="mattia isidoro" userId="012f8d96526df539" providerId="LiveId" clId="{FDEB876D-7139-4738-A111-96101DF8632F}" dt="2025-11-25T09:25:51.046" v="836" actId="21"/>
          <ac:spMkLst>
            <pc:docMk/>
            <pc:sldMk cId="1393958689" sldId="264"/>
            <ac:spMk id="3" creationId="{24D78FFB-254C-1D41-FF19-0C3507D3A82A}"/>
          </ac:spMkLst>
        </pc:spChg>
        <pc:spChg chg="add mod">
          <ac:chgData name="mattia isidoro" userId="012f8d96526df539" providerId="LiveId" clId="{FDEB876D-7139-4738-A111-96101DF8632F}" dt="2025-11-26T10:52:41.895" v="2051" actId="1076"/>
          <ac:spMkLst>
            <pc:docMk/>
            <pc:sldMk cId="1393958689" sldId="264"/>
            <ac:spMk id="4" creationId="{9D6B9121-68CB-0305-740B-8785ECE4D2F5}"/>
          </ac:spMkLst>
        </pc:spChg>
        <pc:picChg chg="add del mod">
          <ac:chgData name="mattia isidoro" userId="012f8d96526df539" providerId="LiveId" clId="{FDEB876D-7139-4738-A111-96101DF8632F}" dt="2025-11-25T09:36:13.958" v="1021" actId="478"/>
          <ac:picMkLst>
            <pc:docMk/>
            <pc:sldMk cId="1393958689" sldId="264"/>
            <ac:picMk id="6" creationId="{89E0855B-C11B-690A-D26A-E9DB9FBC2094}"/>
          </ac:picMkLst>
        </pc:picChg>
      </pc:sldChg>
      <pc:sldChg chg="addSp delSp modSp new mod setBg">
        <pc:chgData name="mattia isidoro" userId="012f8d96526df539" providerId="LiveId" clId="{FDEB876D-7139-4738-A111-96101DF8632F}" dt="2025-11-25T10:04:27.287" v="1208" actId="113"/>
        <pc:sldMkLst>
          <pc:docMk/>
          <pc:sldMk cId="1188144924" sldId="265"/>
        </pc:sldMkLst>
        <pc:spChg chg="mod">
          <ac:chgData name="mattia isidoro" userId="012f8d96526df539" providerId="LiveId" clId="{FDEB876D-7139-4738-A111-96101DF8632F}" dt="2025-11-25T10:02:26.141" v="1137" actId="26606"/>
          <ac:spMkLst>
            <pc:docMk/>
            <pc:sldMk cId="1188144924" sldId="265"/>
            <ac:spMk id="2" creationId="{CBCD4753-BDA6-17A1-3D3B-BF204FCF31F1}"/>
          </ac:spMkLst>
        </pc:spChg>
        <pc:spChg chg="del">
          <ac:chgData name="mattia isidoro" userId="012f8d96526df539" providerId="LiveId" clId="{FDEB876D-7139-4738-A111-96101DF8632F}" dt="2025-11-25T09:42:06.836" v="1033" actId="21"/>
          <ac:spMkLst>
            <pc:docMk/>
            <pc:sldMk cId="1188144924" sldId="265"/>
            <ac:spMk id="3" creationId="{D1B61216-D5D2-3B7B-F12D-2F268033B1AC}"/>
          </ac:spMkLst>
        </pc:spChg>
        <pc:spChg chg="add mod ord">
          <ac:chgData name="mattia isidoro" userId="012f8d96526df539" providerId="LiveId" clId="{FDEB876D-7139-4738-A111-96101DF8632F}" dt="2025-11-25T10:03:48.708" v="1204" actId="20577"/>
          <ac:spMkLst>
            <pc:docMk/>
            <pc:sldMk cId="1188144924" sldId="265"/>
            <ac:spMk id="4" creationId="{6D5AAE4C-4CDC-A1AE-5264-656927209BCB}"/>
          </ac:spMkLst>
        </pc:spChg>
        <pc:spChg chg="add mod">
          <ac:chgData name="mattia isidoro" userId="012f8d96526df539" providerId="LiveId" clId="{FDEB876D-7139-4738-A111-96101DF8632F}" dt="2025-11-25T10:04:27.287" v="1208" actId="113"/>
          <ac:spMkLst>
            <pc:docMk/>
            <pc:sldMk cId="1188144924" sldId="265"/>
            <ac:spMk id="9" creationId="{85BAD54E-ACE4-3419-561B-C41B669E3262}"/>
          </ac:spMkLst>
        </pc:spChg>
        <pc:spChg chg="add del">
          <ac:chgData name="mattia isidoro" userId="012f8d96526df539" providerId="LiveId" clId="{FDEB876D-7139-4738-A111-96101DF8632F}" dt="2025-11-25T10:02:26.141" v="1137" actId="26606"/>
          <ac:spMkLst>
            <pc:docMk/>
            <pc:sldMk cId="1188144924" sldId="265"/>
            <ac:spMk id="13" creationId="{DBDA151C-5770-45E4-AAFF-59E7F403866D}"/>
          </ac:spMkLst>
        </pc:spChg>
        <pc:spChg chg="add">
          <ac:chgData name="mattia isidoro" userId="012f8d96526df539" providerId="LiveId" clId="{FDEB876D-7139-4738-A111-96101DF8632F}" dt="2025-11-25T10:02:26.141" v="1137" actId="26606"/>
          <ac:spMkLst>
            <pc:docMk/>
            <pc:sldMk cId="1188144924" sldId="265"/>
            <ac:spMk id="22" creationId="{744CAA32-F237-419C-A2DD-43C28D920D3C}"/>
          </ac:spMkLst>
        </pc:spChg>
        <pc:picChg chg="add mod ord">
          <ac:chgData name="mattia isidoro" userId="012f8d96526df539" providerId="LiveId" clId="{FDEB876D-7139-4738-A111-96101DF8632F}" dt="2025-11-25T10:02:26.141" v="1137" actId="26606"/>
          <ac:picMkLst>
            <pc:docMk/>
            <pc:sldMk cId="1188144924" sldId="265"/>
            <ac:picMk id="6" creationId="{B51380F5-7D54-50E0-60FF-BA0B59664D1B}"/>
          </ac:picMkLst>
        </pc:picChg>
        <pc:picChg chg="add mod">
          <ac:chgData name="mattia isidoro" userId="012f8d96526df539" providerId="LiveId" clId="{FDEB876D-7139-4738-A111-96101DF8632F}" dt="2025-11-25T10:02:26.141" v="1137" actId="26606"/>
          <ac:picMkLst>
            <pc:docMk/>
            <pc:sldMk cId="1188144924" sldId="265"/>
            <ac:picMk id="8" creationId="{E2026BF0-16BD-A8F8-2984-00B16B11A1C9}"/>
          </ac:picMkLst>
        </pc:picChg>
        <pc:cxnChg chg="add del">
          <ac:chgData name="mattia isidoro" userId="012f8d96526df539" providerId="LiveId" clId="{FDEB876D-7139-4738-A111-96101DF8632F}" dt="2025-11-25T10:02:26.141" v="1137" actId="26606"/>
          <ac:cxnSpMkLst>
            <pc:docMk/>
            <pc:sldMk cId="1188144924" sldId="265"/>
            <ac:cxnSpMk id="11" creationId="{118E06E4-607B-144B-382B-AD3D06B1EE8C}"/>
          </ac:cxnSpMkLst>
        </pc:cxnChg>
        <pc:cxnChg chg="add del">
          <ac:chgData name="mattia isidoro" userId="012f8d96526df539" providerId="LiveId" clId="{FDEB876D-7139-4738-A111-96101DF8632F}" dt="2025-11-25T10:02:26.141" v="1137" actId="26606"/>
          <ac:cxnSpMkLst>
            <pc:docMk/>
            <pc:sldMk cId="1188144924" sldId="265"/>
            <ac:cxnSpMk id="15" creationId="{2EA0F4A6-3CC9-C9E2-BA02-58FA29F7DD8E}"/>
          </ac:cxnSpMkLst>
        </pc:cxnChg>
        <pc:cxnChg chg="add">
          <ac:chgData name="mattia isidoro" userId="012f8d96526df539" providerId="LiveId" clId="{FDEB876D-7139-4738-A111-96101DF8632F}" dt="2025-11-25T10:02:26.141" v="1137" actId="26606"/>
          <ac:cxnSpMkLst>
            <pc:docMk/>
            <pc:sldMk cId="1188144924" sldId="265"/>
            <ac:cxnSpMk id="20" creationId="{118E06E4-607B-144B-382B-AD3D06B1EE8C}"/>
          </ac:cxnSpMkLst>
        </pc:cxnChg>
        <pc:cxnChg chg="add">
          <ac:chgData name="mattia isidoro" userId="012f8d96526df539" providerId="LiveId" clId="{FDEB876D-7139-4738-A111-96101DF8632F}" dt="2025-11-25T10:02:26.141" v="1137" actId="26606"/>
          <ac:cxnSpMkLst>
            <pc:docMk/>
            <pc:sldMk cId="1188144924" sldId="265"/>
            <ac:cxnSpMk id="24" creationId="{753FE100-D0AB-4AE2-824B-60CFA31EC6A2}"/>
          </ac:cxnSpMkLst>
        </pc:cxnChg>
      </pc:sldChg>
      <pc:sldChg chg="addSp delSp modSp new mod setBg">
        <pc:chgData name="mattia isidoro" userId="012f8d96526df539" providerId="LiveId" clId="{FDEB876D-7139-4738-A111-96101DF8632F}" dt="2025-11-25T10:23:36.732" v="1337" actId="26606"/>
        <pc:sldMkLst>
          <pc:docMk/>
          <pc:sldMk cId="2068828884" sldId="266"/>
        </pc:sldMkLst>
        <pc:spChg chg="mod">
          <ac:chgData name="mattia isidoro" userId="012f8d96526df539" providerId="LiveId" clId="{FDEB876D-7139-4738-A111-96101DF8632F}" dt="2025-11-25T10:23:36.732" v="1337" actId="26606"/>
          <ac:spMkLst>
            <pc:docMk/>
            <pc:sldMk cId="2068828884" sldId="266"/>
            <ac:spMk id="2" creationId="{C667CA70-08D8-7422-2D5A-76E058BAB771}"/>
          </ac:spMkLst>
        </pc:spChg>
        <pc:spChg chg="del">
          <ac:chgData name="mattia isidoro" userId="012f8d96526df539" providerId="LiveId" clId="{FDEB876D-7139-4738-A111-96101DF8632F}" dt="2025-11-25T10:08:26.562" v="1214" actId="21"/>
          <ac:spMkLst>
            <pc:docMk/>
            <pc:sldMk cId="2068828884" sldId="266"/>
            <ac:spMk id="3" creationId="{1EF25AED-4D4C-28B7-7FBA-6497A426A4E9}"/>
          </ac:spMkLst>
        </pc:spChg>
        <pc:spChg chg="add mod">
          <ac:chgData name="mattia isidoro" userId="012f8d96526df539" providerId="LiveId" clId="{FDEB876D-7139-4738-A111-96101DF8632F}" dt="2025-11-25T10:23:36.732" v="1337" actId="26606"/>
          <ac:spMkLst>
            <pc:docMk/>
            <pc:sldMk cId="2068828884" sldId="266"/>
            <ac:spMk id="4" creationId="{9FBCC73B-D49A-70EB-E944-3BBA145B1B83}"/>
          </ac:spMkLst>
        </pc:spChg>
        <pc:spChg chg="add">
          <ac:chgData name="mattia isidoro" userId="012f8d96526df539" providerId="LiveId" clId="{FDEB876D-7139-4738-A111-96101DF8632F}" dt="2025-11-25T10:23:36.732" v="1337" actId="26606"/>
          <ac:spMkLst>
            <pc:docMk/>
            <pc:sldMk cId="2068828884" sldId="266"/>
            <ac:spMk id="11" creationId="{063F27BC-7079-4FF7-8F7C-ABC82FA3C247}"/>
          </ac:spMkLst>
        </pc:spChg>
        <pc:cxnChg chg="add">
          <ac:chgData name="mattia isidoro" userId="012f8d96526df539" providerId="LiveId" clId="{FDEB876D-7139-4738-A111-96101DF8632F}" dt="2025-11-25T10:23:36.732" v="1337" actId="26606"/>
          <ac:cxnSpMkLst>
            <pc:docMk/>
            <pc:sldMk cId="2068828884" sldId="266"/>
            <ac:cxnSpMk id="9" creationId="{118E06E4-607B-144B-382B-AD3D06B1EE8C}"/>
          </ac:cxnSpMkLst>
        </pc:cxnChg>
        <pc:cxnChg chg="add">
          <ac:chgData name="mattia isidoro" userId="012f8d96526df539" providerId="LiveId" clId="{FDEB876D-7139-4738-A111-96101DF8632F}" dt="2025-11-25T10:23:36.732" v="1337" actId="26606"/>
          <ac:cxnSpMkLst>
            <pc:docMk/>
            <pc:sldMk cId="2068828884" sldId="266"/>
            <ac:cxnSpMk id="13" creationId="{40BBF191-9CC8-4313-B1CA-8DF1A53AE4F9}"/>
          </ac:cxnSpMkLst>
        </pc:cxnChg>
      </pc:sldChg>
      <pc:sldChg chg="addSp delSp modSp new mod">
        <pc:chgData name="mattia isidoro" userId="012f8d96526df539" providerId="LiveId" clId="{FDEB876D-7139-4738-A111-96101DF8632F}" dt="2025-11-25T11:25:23.519" v="1440" actId="1076"/>
        <pc:sldMkLst>
          <pc:docMk/>
          <pc:sldMk cId="2575952570" sldId="267"/>
        </pc:sldMkLst>
        <pc:spChg chg="mod">
          <ac:chgData name="mattia isidoro" userId="012f8d96526df539" providerId="LiveId" clId="{FDEB876D-7139-4738-A111-96101DF8632F}" dt="2025-11-25T11:06:37.626" v="1343" actId="1076"/>
          <ac:spMkLst>
            <pc:docMk/>
            <pc:sldMk cId="2575952570" sldId="267"/>
            <ac:spMk id="2" creationId="{3ADCE909-4F6A-ED66-E1A9-4EF2D34EF9FC}"/>
          </ac:spMkLst>
        </pc:spChg>
        <pc:spChg chg="del">
          <ac:chgData name="mattia isidoro" userId="012f8d96526df539" providerId="LiveId" clId="{FDEB876D-7139-4738-A111-96101DF8632F}" dt="2025-11-25T11:08:18.375" v="1344" actId="21"/>
          <ac:spMkLst>
            <pc:docMk/>
            <pc:sldMk cId="2575952570" sldId="267"/>
            <ac:spMk id="3" creationId="{DEE55848-FEA6-3ED3-E687-0B8A6B445FDD}"/>
          </ac:spMkLst>
        </pc:spChg>
        <pc:spChg chg="add mod">
          <ac:chgData name="mattia isidoro" userId="012f8d96526df539" providerId="LiveId" clId="{FDEB876D-7139-4738-A111-96101DF8632F}" dt="2025-11-25T11:24:35.034" v="1437" actId="1076"/>
          <ac:spMkLst>
            <pc:docMk/>
            <pc:sldMk cId="2575952570" sldId="267"/>
            <ac:spMk id="4" creationId="{BF1FCBF6-4344-C09B-EBB9-EB07C37C6394}"/>
          </ac:spMkLst>
        </pc:spChg>
        <pc:picChg chg="add mod">
          <ac:chgData name="mattia isidoro" userId="012f8d96526df539" providerId="LiveId" clId="{FDEB876D-7139-4738-A111-96101DF8632F}" dt="2025-11-25T11:25:23.519" v="1440" actId="1076"/>
          <ac:picMkLst>
            <pc:docMk/>
            <pc:sldMk cId="2575952570" sldId="267"/>
            <ac:picMk id="6" creationId="{BE85A301-169A-897D-D34C-13FED680467A}"/>
          </ac:picMkLst>
        </pc:picChg>
      </pc:sldChg>
      <pc:sldChg chg="addSp delSp modSp new mod setBg">
        <pc:chgData name="mattia isidoro" userId="012f8d96526df539" providerId="LiveId" clId="{FDEB876D-7139-4738-A111-96101DF8632F}" dt="2025-11-25T11:35:00.915" v="1462" actId="26606"/>
        <pc:sldMkLst>
          <pc:docMk/>
          <pc:sldMk cId="271179371" sldId="268"/>
        </pc:sldMkLst>
        <pc:spChg chg="mod">
          <ac:chgData name="mattia isidoro" userId="012f8d96526df539" providerId="LiveId" clId="{FDEB876D-7139-4738-A111-96101DF8632F}" dt="2025-11-25T11:35:00.915" v="1462" actId="26606"/>
          <ac:spMkLst>
            <pc:docMk/>
            <pc:sldMk cId="271179371" sldId="268"/>
            <ac:spMk id="2" creationId="{4DDA635D-A3B3-0D1C-AF9E-94DFAA921CB1}"/>
          </ac:spMkLst>
        </pc:spChg>
        <pc:spChg chg="del">
          <ac:chgData name="mattia isidoro" userId="012f8d96526df539" providerId="LiveId" clId="{FDEB876D-7139-4738-A111-96101DF8632F}" dt="2025-11-25T11:33:16.807" v="1442" actId="21"/>
          <ac:spMkLst>
            <pc:docMk/>
            <pc:sldMk cId="271179371" sldId="268"/>
            <ac:spMk id="3" creationId="{359E6EBC-86A9-0B24-84AB-438F680F5469}"/>
          </ac:spMkLst>
        </pc:spChg>
        <pc:spChg chg="add mod">
          <ac:chgData name="mattia isidoro" userId="012f8d96526df539" providerId="LiveId" clId="{FDEB876D-7139-4738-A111-96101DF8632F}" dt="2025-11-25T11:35:00.915" v="1462" actId="26606"/>
          <ac:spMkLst>
            <pc:docMk/>
            <pc:sldMk cId="271179371" sldId="268"/>
            <ac:spMk id="9" creationId="{AACAE240-048C-9B99-A876-41632D1E1C24}"/>
          </ac:spMkLst>
        </pc:spChg>
        <pc:spChg chg="add">
          <ac:chgData name="mattia isidoro" userId="012f8d96526df539" providerId="LiveId" clId="{FDEB876D-7139-4738-A111-96101DF8632F}" dt="2025-11-25T11:35:00.915" v="1462" actId="26606"/>
          <ac:spMkLst>
            <pc:docMk/>
            <pc:sldMk cId="271179371" sldId="268"/>
            <ac:spMk id="14" creationId="{19F9BF86-FE94-4517-B97D-026C7515E589}"/>
          </ac:spMkLst>
        </pc:spChg>
        <pc:picChg chg="add del">
          <ac:chgData name="mattia isidoro" userId="012f8d96526df539" providerId="LiveId" clId="{FDEB876D-7139-4738-A111-96101DF8632F}" dt="2025-11-25T11:33:25.741" v="1446" actId="478"/>
          <ac:picMkLst>
            <pc:docMk/>
            <pc:sldMk cId="271179371" sldId="268"/>
            <ac:picMk id="4" creationId="{70F629C7-114A-9482-029F-197600AEDE45}"/>
          </ac:picMkLst>
        </pc:picChg>
        <pc:picChg chg="add del mod">
          <ac:chgData name="mattia isidoro" userId="012f8d96526df539" providerId="LiveId" clId="{FDEB876D-7139-4738-A111-96101DF8632F}" dt="2025-11-25T11:33:47.207" v="1450" actId="22"/>
          <ac:picMkLst>
            <pc:docMk/>
            <pc:sldMk cId="271179371" sldId="268"/>
            <ac:picMk id="6" creationId="{5E27D7D8-D6C7-46C4-FCE4-397334664285}"/>
          </ac:picMkLst>
        </pc:picChg>
        <pc:picChg chg="add mod ord">
          <ac:chgData name="mattia isidoro" userId="012f8d96526df539" providerId="LiveId" clId="{FDEB876D-7139-4738-A111-96101DF8632F}" dt="2025-11-25T11:35:00.915" v="1462" actId="26606"/>
          <ac:picMkLst>
            <pc:docMk/>
            <pc:sldMk cId="271179371" sldId="268"/>
            <ac:picMk id="8" creationId="{C878FBE5-F3D7-59BA-78FE-E60BF2BECFF9}"/>
          </ac:picMkLst>
        </pc:picChg>
        <pc:cxnChg chg="add">
          <ac:chgData name="mattia isidoro" userId="012f8d96526df539" providerId="LiveId" clId="{FDEB876D-7139-4738-A111-96101DF8632F}" dt="2025-11-25T11:35:00.915" v="1462" actId="26606"/>
          <ac:cxnSpMkLst>
            <pc:docMk/>
            <pc:sldMk cId="271179371" sldId="268"/>
            <ac:cxnSpMk id="16" creationId="{426B4E86-32C4-273A-1ADF-6B44243549D7}"/>
          </ac:cxnSpMkLst>
        </pc:cxnChg>
      </pc:sldChg>
      <pc:sldChg chg="addSp delSp modSp new mod setBg">
        <pc:chgData name="mattia isidoro" userId="012f8d96526df539" providerId="LiveId" clId="{FDEB876D-7139-4738-A111-96101DF8632F}" dt="2025-11-25T11:40:59.765" v="1566" actId="20577"/>
        <pc:sldMkLst>
          <pc:docMk/>
          <pc:sldMk cId="2155271423" sldId="269"/>
        </pc:sldMkLst>
        <pc:spChg chg="mod">
          <ac:chgData name="mattia isidoro" userId="012f8d96526df539" providerId="LiveId" clId="{FDEB876D-7139-4738-A111-96101DF8632F}" dt="2025-11-25T11:40:37.869" v="1549" actId="1076"/>
          <ac:spMkLst>
            <pc:docMk/>
            <pc:sldMk cId="2155271423" sldId="269"/>
            <ac:spMk id="2" creationId="{479CEDDB-1D69-B513-C085-ACE0E2D0A04D}"/>
          </ac:spMkLst>
        </pc:spChg>
        <pc:spChg chg="del">
          <ac:chgData name="mattia isidoro" userId="012f8d96526df539" providerId="LiveId" clId="{FDEB876D-7139-4738-A111-96101DF8632F}" dt="2025-11-25T11:35:43.695" v="1481" actId="21"/>
          <ac:spMkLst>
            <pc:docMk/>
            <pc:sldMk cId="2155271423" sldId="269"/>
            <ac:spMk id="3" creationId="{2DD8889B-8448-4654-DD91-BBF13657E65D}"/>
          </ac:spMkLst>
        </pc:spChg>
        <pc:spChg chg="add mod">
          <ac:chgData name="mattia isidoro" userId="012f8d96526df539" providerId="LiveId" clId="{FDEB876D-7139-4738-A111-96101DF8632F}" dt="2025-11-25T11:40:59.765" v="1566" actId="20577"/>
          <ac:spMkLst>
            <pc:docMk/>
            <pc:sldMk cId="2155271423" sldId="269"/>
            <ac:spMk id="4" creationId="{8B3503B4-FA8F-8B98-6E5E-176F8D07AA85}"/>
          </ac:spMkLst>
        </pc:spChg>
        <pc:spChg chg="add">
          <ac:chgData name="mattia isidoro" userId="012f8d96526df539" providerId="LiveId" clId="{FDEB876D-7139-4738-A111-96101DF8632F}" dt="2025-11-25T11:36:06.317" v="1483"/>
          <ac:spMkLst>
            <pc:docMk/>
            <pc:sldMk cId="2155271423" sldId="269"/>
            <ac:spMk id="5" creationId="{E417E9F4-4A1D-9255-7A3F-EE6D47F684E5}"/>
          </ac:spMkLst>
        </pc:spChg>
        <pc:spChg chg="add">
          <ac:chgData name="mattia isidoro" userId="012f8d96526df539" providerId="LiveId" clId="{FDEB876D-7139-4738-A111-96101DF8632F}" dt="2025-11-25T11:40:08.077" v="1543" actId="26606"/>
          <ac:spMkLst>
            <pc:docMk/>
            <pc:sldMk cId="2155271423" sldId="269"/>
            <ac:spMk id="12" creationId="{744CAA32-F237-419C-A2DD-43C28D920D3C}"/>
          </ac:spMkLst>
        </pc:spChg>
        <pc:picChg chg="add">
          <ac:chgData name="mattia isidoro" userId="012f8d96526df539" providerId="LiveId" clId="{FDEB876D-7139-4738-A111-96101DF8632F}" dt="2025-11-25T11:40:08.077" v="1543" actId="26606"/>
          <ac:picMkLst>
            <pc:docMk/>
            <pc:sldMk cId="2155271423" sldId="269"/>
            <ac:picMk id="6" creationId="{826992AB-B9A5-E73B-A198-96067EF9E8FA}"/>
          </ac:picMkLst>
        </pc:picChg>
        <pc:cxnChg chg="add">
          <ac:chgData name="mattia isidoro" userId="012f8d96526df539" providerId="LiveId" clId="{FDEB876D-7139-4738-A111-96101DF8632F}" dt="2025-11-25T11:40:08.077" v="1543" actId="26606"/>
          <ac:cxnSpMkLst>
            <pc:docMk/>
            <pc:sldMk cId="2155271423" sldId="269"/>
            <ac:cxnSpMk id="10" creationId="{118E06E4-607B-144B-382B-AD3D06B1EE8C}"/>
          </ac:cxnSpMkLst>
        </pc:cxnChg>
        <pc:cxnChg chg="add">
          <ac:chgData name="mattia isidoro" userId="012f8d96526df539" providerId="LiveId" clId="{FDEB876D-7139-4738-A111-96101DF8632F}" dt="2025-11-25T11:40:08.077" v="1543" actId="26606"/>
          <ac:cxnSpMkLst>
            <pc:docMk/>
            <pc:sldMk cId="2155271423" sldId="269"/>
            <ac:cxnSpMk id="14" creationId="{691422F5-4221-4812-AFD9-5479C6D60AD9}"/>
          </ac:cxnSpMkLst>
        </pc:cxnChg>
      </pc:sldChg>
      <pc:sldChg chg="addSp modSp new mod setBg">
        <pc:chgData name="mattia isidoro" userId="012f8d96526df539" providerId="LiveId" clId="{FDEB876D-7139-4738-A111-96101DF8632F}" dt="2025-11-25T11:41:56.583" v="1610" actId="26606"/>
        <pc:sldMkLst>
          <pc:docMk/>
          <pc:sldMk cId="2001757912" sldId="270"/>
        </pc:sldMkLst>
        <pc:spChg chg="mod">
          <ac:chgData name="mattia isidoro" userId="012f8d96526df539" providerId="LiveId" clId="{FDEB876D-7139-4738-A111-96101DF8632F}" dt="2025-11-25T11:41:56.583" v="1610" actId="26606"/>
          <ac:spMkLst>
            <pc:docMk/>
            <pc:sldMk cId="2001757912" sldId="270"/>
            <ac:spMk id="2" creationId="{085D43CC-D7F6-24DE-8D4D-B355B8671BE8}"/>
          </ac:spMkLst>
        </pc:spChg>
        <pc:spChg chg="mod">
          <ac:chgData name="mattia isidoro" userId="012f8d96526df539" providerId="LiveId" clId="{FDEB876D-7139-4738-A111-96101DF8632F}" dt="2025-11-25T11:41:56.583" v="1610" actId="26606"/>
          <ac:spMkLst>
            <pc:docMk/>
            <pc:sldMk cId="2001757912" sldId="270"/>
            <ac:spMk id="3" creationId="{10E93E8A-29E9-6EC1-A772-B855702B882A}"/>
          </ac:spMkLst>
        </pc:spChg>
        <pc:spChg chg="add">
          <ac:chgData name="mattia isidoro" userId="012f8d96526df539" providerId="LiveId" clId="{FDEB876D-7139-4738-A111-96101DF8632F}" dt="2025-11-25T11:41:56.583" v="1610" actId="26606"/>
          <ac:spMkLst>
            <pc:docMk/>
            <pc:sldMk cId="2001757912" sldId="270"/>
            <ac:spMk id="8" creationId="{19F9BF86-FE94-4517-B97D-026C7515E589}"/>
          </ac:spMkLst>
        </pc:spChg>
        <pc:cxnChg chg="add">
          <ac:chgData name="mattia isidoro" userId="012f8d96526df539" providerId="LiveId" clId="{FDEB876D-7139-4738-A111-96101DF8632F}" dt="2025-11-25T11:41:56.583" v="1610" actId="26606"/>
          <ac:cxnSpMkLst>
            <pc:docMk/>
            <pc:sldMk cId="2001757912" sldId="270"/>
            <ac:cxnSpMk id="10" creationId="{5E10C1D6-7EDE-467F-89EA-E0244EB62381}"/>
          </ac:cxnSpMkLst>
        </pc:cxnChg>
      </pc:sldChg>
      <pc:sldMasterChg chg="add addSldLayout">
        <pc:chgData name="mattia isidoro" userId="012f8d96526df539" providerId="LiveId" clId="{FDEB876D-7139-4738-A111-96101DF8632F}" dt="2025-11-21T14:37:09.949" v="115" actId="26606"/>
        <pc:sldMasterMkLst>
          <pc:docMk/>
          <pc:sldMasterMk cId="2824303602" sldId="2147483700"/>
        </pc:sldMasterMkLst>
        <pc:sldLayoutChg chg="add">
          <pc:chgData name="mattia isidoro" userId="012f8d96526df539" providerId="LiveId" clId="{FDEB876D-7139-4738-A111-96101DF8632F}" dt="2025-11-21T14:37:09.949" v="115" actId="26606"/>
          <pc:sldLayoutMkLst>
            <pc:docMk/>
            <pc:sldMasterMk cId="2824303602" sldId="2147483700"/>
            <pc:sldLayoutMk cId="2995620005" sldId="214748369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029B28-91AB-408F-80A2-AF68AFBA600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DB1C2D-4321-44BA-816E-3FB5C1A8D036}">
      <dgm:prSet/>
      <dgm:spPr/>
      <dgm:t>
        <a:bodyPr/>
        <a:lstStyle/>
        <a:p>
          <a:r>
            <a:rPr lang="it-IT" b="1"/>
            <a:t>Oltre la minimizzazione del tempo</a:t>
          </a:r>
          <a:endParaRPr lang="en-US"/>
        </a:p>
      </dgm:t>
    </dgm:pt>
    <dgm:pt modelId="{9C81331E-9423-4B7B-9D4B-D015DAE89711}" type="parTrans" cxnId="{FF27A95E-D403-4F28-A8B3-AAE860AB23BE}">
      <dgm:prSet/>
      <dgm:spPr/>
      <dgm:t>
        <a:bodyPr/>
        <a:lstStyle/>
        <a:p>
          <a:endParaRPr lang="en-US"/>
        </a:p>
      </dgm:t>
    </dgm:pt>
    <dgm:pt modelId="{C150C625-6A11-457B-9945-579A7879C0EA}" type="sibTrans" cxnId="{FF27A95E-D403-4F28-A8B3-AAE860AB23BE}">
      <dgm:prSet/>
      <dgm:spPr/>
      <dgm:t>
        <a:bodyPr/>
        <a:lstStyle/>
        <a:p>
          <a:endParaRPr lang="en-US"/>
        </a:p>
      </dgm:t>
    </dgm:pt>
    <dgm:pt modelId="{2E5E222F-9180-41D5-9F78-7BEE611BEB7E}">
      <dgm:prSet/>
      <dgm:spPr/>
      <dgm:t>
        <a:bodyPr/>
        <a:lstStyle/>
        <a:p>
          <a:r>
            <a:rPr lang="it-IT" b="1"/>
            <a:t>Pianificazione moderna: La mobilità urbana richiede strumenti che superino il semplice calcolo del percorso più veloce.</a:t>
          </a:r>
          <a:endParaRPr lang="en-US"/>
        </a:p>
      </dgm:t>
    </dgm:pt>
    <dgm:pt modelId="{DE74F9AE-5962-4292-99E3-E3755FF52EC3}" type="parTrans" cxnId="{BFB9242E-3D74-441B-A1FC-BDD4AAD346CB}">
      <dgm:prSet/>
      <dgm:spPr/>
      <dgm:t>
        <a:bodyPr/>
        <a:lstStyle/>
        <a:p>
          <a:endParaRPr lang="en-US"/>
        </a:p>
      </dgm:t>
    </dgm:pt>
    <dgm:pt modelId="{B2A14701-2F1F-4180-AE24-4B9E9BF51B1B}" type="sibTrans" cxnId="{BFB9242E-3D74-441B-A1FC-BDD4AAD346CB}">
      <dgm:prSet/>
      <dgm:spPr/>
      <dgm:t>
        <a:bodyPr/>
        <a:lstStyle/>
        <a:p>
          <a:endParaRPr lang="en-US"/>
        </a:p>
      </dgm:t>
    </dgm:pt>
    <dgm:pt modelId="{419339C2-F10F-4E94-8B3F-8CC05A05F006}">
      <dgm:prSet/>
      <dgm:spPr/>
      <dgm:t>
        <a:bodyPr/>
        <a:lstStyle/>
        <a:p>
          <a:r>
            <a:rPr lang="it-IT" b="1"/>
            <a:t>Nuovi fattori critici:</a:t>
          </a:r>
          <a:endParaRPr lang="en-US"/>
        </a:p>
      </dgm:t>
    </dgm:pt>
    <dgm:pt modelId="{47B86112-EBE0-4D51-B0E5-04BAB68DD457}" type="parTrans" cxnId="{1ADC58DD-C8ED-460B-A344-56E19E21CB40}">
      <dgm:prSet/>
      <dgm:spPr/>
      <dgm:t>
        <a:bodyPr/>
        <a:lstStyle/>
        <a:p>
          <a:endParaRPr lang="en-US"/>
        </a:p>
      </dgm:t>
    </dgm:pt>
    <dgm:pt modelId="{4EE08268-9E29-4598-ADA8-4C67D0027048}" type="sibTrans" cxnId="{1ADC58DD-C8ED-460B-A344-56E19E21CB40}">
      <dgm:prSet/>
      <dgm:spPr/>
      <dgm:t>
        <a:bodyPr/>
        <a:lstStyle/>
        <a:p>
          <a:endParaRPr lang="en-US"/>
        </a:p>
      </dgm:t>
    </dgm:pt>
    <dgm:pt modelId="{9B5A58E5-7EA4-45AB-A5BF-DC5CDB1CCB12}">
      <dgm:prSet/>
      <dgm:spPr/>
      <dgm:t>
        <a:bodyPr/>
        <a:lstStyle/>
        <a:p>
          <a:r>
            <a:rPr lang="it-IT" b="1"/>
            <a:t>Sicurezza del percorso.</a:t>
          </a:r>
          <a:endParaRPr lang="en-US"/>
        </a:p>
      </dgm:t>
    </dgm:pt>
    <dgm:pt modelId="{B909D341-3FFB-4D72-9478-35C614DFA0AF}" type="parTrans" cxnId="{C76C6411-2275-4A3A-B42C-9232CA0FCC7C}">
      <dgm:prSet/>
      <dgm:spPr/>
      <dgm:t>
        <a:bodyPr/>
        <a:lstStyle/>
        <a:p>
          <a:endParaRPr lang="en-US"/>
        </a:p>
      </dgm:t>
    </dgm:pt>
    <dgm:pt modelId="{4D69DAAF-0549-469C-B600-C9125F3FBBF3}" type="sibTrans" cxnId="{C76C6411-2275-4A3A-B42C-9232CA0FCC7C}">
      <dgm:prSet/>
      <dgm:spPr/>
      <dgm:t>
        <a:bodyPr/>
        <a:lstStyle/>
        <a:p>
          <a:endParaRPr lang="en-US"/>
        </a:p>
      </dgm:t>
    </dgm:pt>
    <dgm:pt modelId="{124EA18B-6C65-4135-A707-8DF0869E3EE5}">
      <dgm:prSet/>
      <dgm:spPr/>
      <dgm:t>
        <a:bodyPr/>
        <a:lstStyle/>
        <a:p>
          <a:r>
            <a:rPr lang="it-IT" b="1"/>
            <a:t>Aderenza alla topologia reale della rete stradale.</a:t>
          </a:r>
          <a:endParaRPr lang="en-US"/>
        </a:p>
      </dgm:t>
    </dgm:pt>
    <dgm:pt modelId="{B7BE3A99-9FE5-4770-B0EB-FC3F4215C455}" type="parTrans" cxnId="{8A3784EA-A7F7-4A05-A062-A47C05E3F179}">
      <dgm:prSet/>
      <dgm:spPr/>
      <dgm:t>
        <a:bodyPr/>
        <a:lstStyle/>
        <a:p>
          <a:endParaRPr lang="en-US"/>
        </a:p>
      </dgm:t>
    </dgm:pt>
    <dgm:pt modelId="{D8F777BF-C936-4623-9021-3BCE1CD91F36}" type="sibTrans" cxnId="{8A3784EA-A7F7-4A05-A062-A47C05E3F179}">
      <dgm:prSet/>
      <dgm:spPr/>
      <dgm:t>
        <a:bodyPr/>
        <a:lstStyle/>
        <a:p>
          <a:endParaRPr lang="en-US"/>
        </a:p>
      </dgm:t>
    </dgm:pt>
    <dgm:pt modelId="{1ABA5D09-8E08-4CC3-AD9C-0D01B3D8E8E6}">
      <dgm:prSet/>
      <dgm:spPr/>
      <dgm:t>
        <a:bodyPr/>
        <a:lstStyle/>
        <a:p>
          <a:r>
            <a:rPr lang="it-IT" b="1"/>
            <a:t>Il limite dello standard GTFS:</a:t>
          </a:r>
          <a:endParaRPr lang="en-US"/>
        </a:p>
      </dgm:t>
    </dgm:pt>
    <dgm:pt modelId="{2A9B0CC4-C41C-4714-B80A-8393C00FE305}" type="parTrans" cxnId="{42BF9C1F-E6E4-4E85-8A9E-499695089355}">
      <dgm:prSet/>
      <dgm:spPr/>
      <dgm:t>
        <a:bodyPr/>
        <a:lstStyle/>
        <a:p>
          <a:endParaRPr lang="en-US"/>
        </a:p>
      </dgm:t>
    </dgm:pt>
    <dgm:pt modelId="{3229BB44-9768-4099-963A-0640395FA848}" type="sibTrans" cxnId="{42BF9C1F-E6E4-4E85-8A9E-499695089355}">
      <dgm:prSet/>
      <dgm:spPr/>
      <dgm:t>
        <a:bodyPr/>
        <a:lstStyle/>
        <a:p>
          <a:endParaRPr lang="en-US"/>
        </a:p>
      </dgm:t>
    </dgm:pt>
    <dgm:pt modelId="{85B5A558-E968-42B4-8000-DD0FB8EDD803}">
      <dgm:prSet/>
      <dgm:spPr/>
      <dgm:t>
        <a:bodyPr/>
        <a:lstStyle/>
        <a:p>
          <a:r>
            <a:rPr lang="it-IT" b="1"/>
            <a:t>Modella la rete come sequenza discreta di fermate.</a:t>
          </a:r>
          <a:endParaRPr lang="en-US"/>
        </a:p>
      </dgm:t>
    </dgm:pt>
    <dgm:pt modelId="{59D974AE-980C-4B85-B1AB-1A89FC59B2D1}" type="parTrans" cxnId="{6A4B40AF-C435-4971-86F3-64A8F5C71356}">
      <dgm:prSet/>
      <dgm:spPr/>
      <dgm:t>
        <a:bodyPr/>
        <a:lstStyle/>
        <a:p>
          <a:endParaRPr lang="en-US"/>
        </a:p>
      </dgm:t>
    </dgm:pt>
    <dgm:pt modelId="{0DFBEF58-B175-4FDA-93D6-3C97D096FB9D}" type="sibTrans" cxnId="{6A4B40AF-C435-4971-86F3-64A8F5C71356}">
      <dgm:prSet/>
      <dgm:spPr/>
      <dgm:t>
        <a:bodyPr/>
        <a:lstStyle/>
        <a:p>
          <a:endParaRPr lang="en-US"/>
        </a:p>
      </dgm:t>
    </dgm:pt>
    <dgm:pt modelId="{15857149-50C4-4BEF-AFB0-EE61047A4CAD}">
      <dgm:prSet/>
      <dgm:spPr/>
      <dgm:t>
        <a:bodyPr/>
        <a:lstStyle/>
        <a:p>
          <a:r>
            <a:rPr lang="it-IT" b="1"/>
            <a:t>Esegue un'astrazione eccessiva: ignora curvature stradali e l'esposizione al rischio tra una fermata e l'altra.</a:t>
          </a:r>
          <a:endParaRPr lang="en-US"/>
        </a:p>
      </dgm:t>
    </dgm:pt>
    <dgm:pt modelId="{0935AD32-DA2F-4E36-83E6-FFDCE8E0939A}" type="parTrans" cxnId="{5AAFC9D2-7392-40D6-B655-090551D19888}">
      <dgm:prSet/>
      <dgm:spPr/>
      <dgm:t>
        <a:bodyPr/>
        <a:lstStyle/>
        <a:p>
          <a:endParaRPr lang="en-US"/>
        </a:p>
      </dgm:t>
    </dgm:pt>
    <dgm:pt modelId="{9C4C0A6C-5FAE-4D34-B535-F42EEEBF7522}" type="sibTrans" cxnId="{5AAFC9D2-7392-40D6-B655-090551D19888}">
      <dgm:prSet/>
      <dgm:spPr/>
      <dgm:t>
        <a:bodyPr/>
        <a:lstStyle/>
        <a:p>
          <a:endParaRPr lang="en-US"/>
        </a:p>
      </dgm:t>
    </dgm:pt>
    <dgm:pt modelId="{CD130956-ACF5-4415-9132-E349D43BD1E3}" type="pres">
      <dgm:prSet presAssocID="{8A029B28-91AB-408F-80A2-AF68AFBA600D}" presName="diagram" presStyleCnt="0">
        <dgm:presLayoutVars>
          <dgm:dir/>
          <dgm:resizeHandles val="exact"/>
        </dgm:presLayoutVars>
      </dgm:prSet>
      <dgm:spPr/>
    </dgm:pt>
    <dgm:pt modelId="{415DBBC0-7423-4B43-BFA6-D345A5090CD2}" type="pres">
      <dgm:prSet presAssocID="{F4DB1C2D-4321-44BA-816E-3FB5C1A8D036}" presName="node" presStyleLbl="node1" presStyleIdx="0" presStyleCnt="3">
        <dgm:presLayoutVars>
          <dgm:bulletEnabled val="1"/>
        </dgm:presLayoutVars>
      </dgm:prSet>
      <dgm:spPr/>
    </dgm:pt>
    <dgm:pt modelId="{B89A30A5-CD51-484C-9BC5-3893661B12CF}" type="pres">
      <dgm:prSet presAssocID="{C150C625-6A11-457B-9945-579A7879C0EA}" presName="sibTrans" presStyleCnt="0"/>
      <dgm:spPr/>
    </dgm:pt>
    <dgm:pt modelId="{81631BDD-88C4-4E51-8820-44A6BC1C8219}" type="pres">
      <dgm:prSet presAssocID="{419339C2-F10F-4E94-8B3F-8CC05A05F006}" presName="node" presStyleLbl="node1" presStyleIdx="1" presStyleCnt="3">
        <dgm:presLayoutVars>
          <dgm:bulletEnabled val="1"/>
        </dgm:presLayoutVars>
      </dgm:prSet>
      <dgm:spPr/>
    </dgm:pt>
    <dgm:pt modelId="{6E4452A7-A383-4E90-A803-8E93D0327815}" type="pres">
      <dgm:prSet presAssocID="{4EE08268-9E29-4598-ADA8-4C67D0027048}" presName="sibTrans" presStyleCnt="0"/>
      <dgm:spPr/>
    </dgm:pt>
    <dgm:pt modelId="{484FD389-E450-491F-AA9A-A8166CF53CD6}" type="pres">
      <dgm:prSet presAssocID="{1ABA5D09-8E08-4CC3-AD9C-0D01B3D8E8E6}" presName="node" presStyleLbl="node1" presStyleIdx="2" presStyleCnt="3">
        <dgm:presLayoutVars>
          <dgm:bulletEnabled val="1"/>
        </dgm:presLayoutVars>
      </dgm:prSet>
      <dgm:spPr/>
    </dgm:pt>
  </dgm:ptLst>
  <dgm:cxnLst>
    <dgm:cxn modelId="{C76C6411-2275-4A3A-B42C-9232CA0FCC7C}" srcId="{419339C2-F10F-4E94-8B3F-8CC05A05F006}" destId="{9B5A58E5-7EA4-45AB-A5BF-DC5CDB1CCB12}" srcOrd="0" destOrd="0" parTransId="{B909D341-3FFB-4D72-9478-35C614DFA0AF}" sibTransId="{4D69DAAF-0549-469C-B600-C9125F3FBBF3}"/>
    <dgm:cxn modelId="{4D79381F-AA7C-43A0-8C0B-2C8042940BEE}" type="presOf" srcId="{419339C2-F10F-4E94-8B3F-8CC05A05F006}" destId="{81631BDD-88C4-4E51-8820-44A6BC1C8219}" srcOrd="0" destOrd="0" presId="urn:microsoft.com/office/officeart/2005/8/layout/default"/>
    <dgm:cxn modelId="{42BF9C1F-E6E4-4E85-8A9E-499695089355}" srcId="{8A029B28-91AB-408F-80A2-AF68AFBA600D}" destId="{1ABA5D09-8E08-4CC3-AD9C-0D01B3D8E8E6}" srcOrd="2" destOrd="0" parTransId="{2A9B0CC4-C41C-4714-B80A-8393C00FE305}" sibTransId="{3229BB44-9768-4099-963A-0640395FA848}"/>
    <dgm:cxn modelId="{BFB9242E-3D74-441B-A1FC-BDD4AAD346CB}" srcId="{F4DB1C2D-4321-44BA-816E-3FB5C1A8D036}" destId="{2E5E222F-9180-41D5-9F78-7BEE611BEB7E}" srcOrd="0" destOrd="0" parTransId="{DE74F9AE-5962-4292-99E3-E3755FF52EC3}" sibTransId="{B2A14701-2F1F-4180-AE24-4B9E9BF51B1B}"/>
    <dgm:cxn modelId="{FF27A95E-D403-4F28-A8B3-AAE860AB23BE}" srcId="{8A029B28-91AB-408F-80A2-AF68AFBA600D}" destId="{F4DB1C2D-4321-44BA-816E-3FB5C1A8D036}" srcOrd="0" destOrd="0" parTransId="{9C81331E-9423-4B7B-9D4B-D015DAE89711}" sibTransId="{C150C625-6A11-457B-9945-579A7879C0EA}"/>
    <dgm:cxn modelId="{56A9504A-2471-42AE-9FCF-F7112D3FD729}" type="presOf" srcId="{85B5A558-E968-42B4-8000-DD0FB8EDD803}" destId="{484FD389-E450-491F-AA9A-A8166CF53CD6}" srcOrd="0" destOrd="1" presId="urn:microsoft.com/office/officeart/2005/8/layout/default"/>
    <dgm:cxn modelId="{FE965580-CDC1-4FF1-BA40-E86DE82F1D07}" type="presOf" srcId="{15857149-50C4-4BEF-AFB0-EE61047A4CAD}" destId="{484FD389-E450-491F-AA9A-A8166CF53CD6}" srcOrd="0" destOrd="2" presId="urn:microsoft.com/office/officeart/2005/8/layout/default"/>
    <dgm:cxn modelId="{E559FE96-466C-49E7-828C-8A0F177DD6D7}" type="presOf" srcId="{2E5E222F-9180-41D5-9F78-7BEE611BEB7E}" destId="{415DBBC0-7423-4B43-BFA6-D345A5090CD2}" srcOrd="0" destOrd="1" presId="urn:microsoft.com/office/officeart/2005/8/layout/default"/>
    <dgm:cxn modelId="{71CE8597-CF98-4AD3-B36B-AF6E394A24F4}" type="presOf" srcId="{1ABA5D09-8E08-4CC3-AD9C-0D01B3D8E8E6}" destId="{484FD389-E450-491F-AA9A-A8166CF53CD6}" srcOrd="0" destOrd="0" presId="urn:microsoft.com/office/officeart/2005/8/layout/default"/>
    <dgm:cxn modelId="{173FC5A8-76FE-4925-9613-48087A6E0B14}" type="presOf" srcId="{124EA18B-6C65-4135-A707-8DF0869E3EE5}" destId="{81631BDD-88C4-4E51-8820-44A6BC1C8219}" srcOrd="0" destOrd="2" presId="urn:microsoft.com/office/officeart/2005/8/layout/default"/>
    <dgm:cxn modelId="{6A4B40AF-C435-4971-86F3-64A8F5C71356}" srcId="{1ABA5D09-8E08-4CC3-AD9C-0D01B3D8E8E6}" destId="{85B5A558-E968-42B4-8000-DD0FB8EDD803}" srcOrd="0" destOrd="0" parTransId="{59D974AE-980C-4B85-B1AB-1A89FC59B2D1}" sibTransId="{0DFBEF58-B175-4FDA-93D6-3C97D096FB9D}"/>
    <dgm:cxn modelId="{315FB8CC-3480-4F02-97A8-59E9058DC995}" type="presOf" srcId="{F4DB1C2D-4321-44BA-816E-3FB5C1A8D036}" destId="{415DBBC0-7423-4B43-BFA6-D345A5090CD2}" srcOrd="0" destOrd="0" presId="urn:microsoft.com/office/officeart/2005/8/layout/default"/>
    <dgm:cxn modelId="{5AAFC9D2-7392-40D6-B655-090551D19888}" srcId="{1ABA5D09-8E08-4CC3-AD9C-0D01B3D8E8E6}" destId="{15857149-50C4-4BEF-AFB0-EE61047A4CAD}" srcOrd="1" destOrd="0" parTransId="{0935AD32-DA2F-4E36-83E6-FFDCE8E0939A}" sibTransId="{9C4C0A6C-5FAE-4D34-B535-F42EEEBF7522}"/>
    <dgm:cxn modelId="{1ADC58DD-C8ED-460B-A344-56E19E21CB40}" srcId="{8A029B28-91AB-408F-80A2-AF68AFBA600D}" destId="{419339C2-F10F-4E94-8B3F-8CC05A05F006}" srcOrd="1" destOrd="0" parTransId="{47B86112-EBE0-4D51-B0E5-04BAB68DD457}" sibTransId="{4EE08268-9E29-4598-ADA8-4C67D0027048}"/>
    <dgm:cxn modelId="{8A3784EA-A7F7-4A05-A062-A47C05E3F179}" srcId="{419339C2-F10F-4E94-8B3F-8CC05A05F006}" destId="{124EA18B-6C65-4135-A707-8DF0869E3EE5}" srcOrd="1" destOrd="0" parTransId="{B7BE3A99-9FE5-4770-B0EB-FC3F4215C455}" sibTransId="{D8F777BF-C936-4623-9021-3BCE1CD91F36}"/>
    <dgm:cxn modelId="{FA328FEA-3E7D-4F1C-8925-05098EFD3FA8}" type="presOf" srcId="{9B5A58E5-7EA4-45AB-A5BF-DC5CDB1CCB12}" destId="{81631BDD-88C4-4E51-8820-44A6BC1C8219}" srcOrd="0" destOrd="1" presId="urn:microsoft.com/office/officeart/2005/8/layout/default"/>
    <dgm:cxn modelId="{3BE7AFF4-4803-46A3-8584-984ED05521D7}" type="presOf" srcId="{8A029B28-91AB-408F-80A2-AF68AFBA600D}" destId="{CD130956-ACF5-4415-9132-E349D43BD1E3}" srcOrd="0" destOrd="0" presId="urn:microsoft.com/office/officeart/2005/8/layout/default"/>
    <dgm:cxn modelId="{A37FE734-9B53-4B73-A162-0A492080AFAB}" type="presParOf" srcId="{CD130956-ACF5-4415-9132-E349D43BD1E3}" destId="{415DBBC0-7423-4B43-BFA6-D345A5090CD2}" srcOrd="0" destOrd="0" presId="urn:microsoft.com/office/officeart/2005/8/layout/default"/>
    <dgm:cxn modelId="{609B0841-E8FB-44B0-853C-7BF2BD0CD33F}" type="presParOf" srcId="{CD130956-ACF5-4415-9132-E349D43BD1E3}" destId="{B89A30A5-CD51-484C-9BC5-3893661B12CF}" srcOrd="1" destOrd="0" presId="urn:microsoft.com/office/officeart/2005/8/layout/default"/>
    <dgm:cxn modelId="{2DDD2ADE-9708-4286-A507-DA4FCFAFDA18}" type="presParOf" srcId="{CD130956-ACF5-4415-9132-E349D43BD1E3}" destId="{81631BDD-88C4-4E51-8820-44A6BC1C8219}" srcOrd="2" destOrd="0" presId="urn:microsoft.com/office/officeart/2005/8/layout/default"/>
    <dgm:cxn modelId="{7E86B4C7-D339-4165-9B1A-23B26C3E4F7E}" type="presParOf" srcId="{CD130956-ACF5-4415-9132-E349D43BD1E3}" destId="{6E4452A7-A383-4E90-A803-8E93D0327815}" srcOrd="3" destOrd="0" presId="urn:microsoft.com/office/officeart/2005/8/layout/default"/>
    <dgm:cxn modelId="{B9353392-38F6-417A-B101-1C0ED580B347}" type="presParOf" srcId="{CD130956-ACF5-4415-9132-E349D43BD1E3}" destId="{484FD389-E450-491F-AA9A-A8166CF53CD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ED2437-86F4-492E-8CF5-86801C55FA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B84A3F-3EEF-4D5A-9357-C2FE1B5520A0}">
      <dgm:prSet/>
      <dgm:spPr/>
      <dgm:t>
        <a:bodyPr/>
        <a:lstStyle/>
        <a:p>
          <a:r>
            <a:rPr lang="it-IT"/>
            <a:t>GTFS Statico: Agenzia, Linee, Trip, Stop e Orari.</a:t>
          </a:r>
          <a:endParaRPr lang="en-US"/>
        </a:p>
      </dgm:t>
    </dgm:pt>
    <dgm:pt modelId="{F43BF674-B21E-4551-9391-45DFB5A9AA82}" type="parTrans" cxnId="{378756A8-5901-4D9B-AB74-12F913340EC0}">
      <dgm:prSet/>
      <dgm:spPr/>
      <dgm:t>
        <a:bodyPr/>
        <a:lstStyle/>
        <a:p>
          <a:endParaRPr lang="en-US"/>
        </a:p>
      </dgm:t>
    </dgm:pt>
    <dgm:pt modelId="{F2617E22-B57D-490A-9707-D72BE1A822F0}" type="sibTrans" cxnId="{378756A8-5901-4D9B-AB74-12F913340EC0}">
      <dgm:prSet/>
      <dgm:spPr/>
      <dgm:t>
        <a:bodyPr/>
        <a:lstStyle/>
        <a:p>
          <a:endParaRPr lang="en-US"/>
        </a:p>
      </dgm:t>
    </dgm:pt>
    <dgm:pt modelId="{DA9FEE43-6595-4741-B787-38529F2CD5BC}">
      <dgm:prSet/>
      <dgm:spPr/>
      <dgm:t>
        <a:bodyPr/>
        <a:lstStyle/>
        <a:p>
          <a:r>
            <a:rPr lang="it-IT" b="1"/>
            <a:t>Shapes</a:t>
          </a:r>
          <a:r>
            <a:rPr lang="it-IT"/>
            <a:t>: Coordinate GPS dettagliate che descrivono il percorso esatto.</a:t>
          </a:r>
          <a:endParaRPr lang="en-US"/>
        </a:p>
      </dgm:t>
    </dgm:pt>
    <dgm:pt modelId="{3BB87A58-DFA8-465A-B56C-9F799A5174A8}" type="parTrans" cxnId="{3C6EF9FF-FCA0-4889-8740-CAE67D35F9F0}">
      <dgm:prSet/>
      <dgm:spPr/>
      <dgm:t>
        <a:bodyPr/>
        <a:lstStyle/>
        <a:p>
          <a:endParaRPr lang="en-US"/>
        </a:p>
      </dgm:t>
    </dgm:pt>
    <dgm:pt modelId="{C146575E-94CD-4206-841A-9E309CD2EAA4}" type="sibTrans" cxnId="{3C6EF9FF-FCA0-4889-8740-CAE67D35F9F0}">
      <dgm:prSet/>
      <dgm:spPr/>
      <dgm:t>
        <a:bodyPr/>
        <a:lstStyle/>
        <a:p>
          <a:endParaRPr lang="en-US"/>
        </a:p>
      </dgm:t>
    </dgm:pt>
    <dgm:pt modelId="{42E93EFC-6446-4C82-BED9-C0B6CCA39925}">
      <dgm:prSet/>
      <dgm:spPr/>
      <dgm:t>
        <a:bodyPr/>
        <a:lstStyle/>
        <a:p>
          <a:r>
            <a:rPr lang="it-IT" b="1" dirty="0"/>
            <a:t>Raster</a:t>
          </a:r>
          <a:r>
            <a:rPr lang="it-IT" dirty="0"/>
            <a:t> di Rischio: File </a:t>
          </a:r>
          <a:r>
            <a:rPr lang="it-IT" dirty="0" err="1"/>
            <a:t>GeoTIFF</a:t>
          </a:r>
          <a:r>
            <a:rPr lang="it-IT" dirty="0"/>
            <a:t> con probabilità di incidente normalizzata [0-1] per fasce orarie.</a:t>
          </a:r>
          <a:endParaRPr lang="en-US" dirty="0"/>
        </a:p>
      </dgm:t>
    </dgm:pt>
    <dgm:pt modelId="{2E01033A-6F02-47E3-8A96-BD04788F2FAD}" type="parTrans" cxnId="{87E92BAF-AC48-482C-A344-9E85E89E4408}">
      <dgm:prSet/>
      <dgm:spPr/>
      <dgm:t>
        <a:bodyPr/>
        <a:lstStyle/>
        <a:p>
          <a:endParaRPr lang="en-US"/>
        </a:p>
      </dgm:t>
    </dgm:pt>
    <dgm:pt modelId="{EC96EFF6-5DDB-4CB6-8406-9870D574D5E4}" type="sibTrans" cxnId="{87E92BAF-AC48-482C-A344-9E85E89E4408}">
      <dgm:prSet/>
      <dgm:spPr/>
      <dgm:t>
        <a:bodyPr/>
        <a:lstStyle/>
        <a:p>
          <a:endParaRPr lang="en-US"/>
        </a:p>
      </dgm:t>
    </dgm:pt>
    <dgm:pt modelId="{C730ED9B-0DE3-4C93-9622-7E2BE4F03487}">
      <dgm:prSet/>
      <dgm:spPr/>
      <dgm:t>
        <a:bodyPr/>
        <a:lstStyle/>
        <a:p>
          <a:r>
            <a:rPr lang="it-IT" b="1"/>
            <a:t>GeoJSON</a:t>
          </a:r>
          <a:r>
            <a:rPr lang="it-IT"/>
            <a:t> Quartieri: Confini amministrativi per definire i centroidi O-D.</a:t>
          </a:r>
          <a:endParaRPr lang="en-US"/>
        </a:p>
      </dgm:t>
    </dgm:pt>
    <dgm:pt modelId="{98FB86B0-F155-4908-801C-C7915E24F615}" type="parTrans" cxnId="{F76C2C7F-A79A-494A-9011-09F69C5EC97C}">
      <dgm:prSet/>
      <dgm:spPr/>
      <dgm:t>
        <a:bodyPr/>
        <a:lstStyle/>
        <a:p>
          <a:endParaRPr lang="en-US"/>
        </a:p>
      </dgm:t>
    </dgm:pt>
    <dgm:pt modelId="{B491BCD7-FB3C-4652-A710-DFAA9326D7B5}" type="sibTrans" cxnId="{F76C2C7F-A79A-494A-9011-09F69C5EC97C}">
      <dgm:prSet/>
      <dgm:spPr/>
      <dgm:t>
        <a:bodyPr/>
        <a:lstStyle/>
        <a:p>
          <a:endParaRPr lang="en-US"/>
        </a:p>
      </dgm:t>
    </dgm:pt>
    <dgm:pt modelId="{7AEAB000-0691-40ED-829D-27D2EC77E596}">
      <dgm:prSet/>
      <dgm:spPr/>
      <dgm:t>
        <a:bodyPr/>
        <a:lstStyle/>
        <a:p>
          <a:r>
            <a:rPr lang="it-IT"/>
            <a:t>Stack Tecnologico</a:t>
          </a:r>
          <a:endParaRPr lang="en-US"/>
        </a:p>
      </dgm:t>
    </dgm:pt>
    <dgm:pt modelId="{54A5DB28-596B-4C09-96A7-679A9579779E}" type="parTrans" cxnId="{C7944428-B16D-47EF-95F0-82D619BE96CB}">
      <dgm:prSet/>
      <dgm:spPr/>
      <dgm:t>
        <a:bodyPr/>
        <a:lstStyle/>
        <a:p>
          <a:endParaRPr lang="en-US"/>
        </a:p>
      </dgm:t>
    </dgm:pt>
    <dgm:pt modelId="{443A3696-6774-424A-8917-421C6B489B4B}" type="sibTrans" cxnId="{C7944428-B16D-47EF-95F0-82D619BE96CB}">
      <dgm:prSet/>
      <dgm:spPr/>
      <dgm:t>
        <a:bodyPr/>
        <a:lstStyle/>
        <a:p>
          <a:endParaRPr lang="en-US"/>
        </a:p>
      </dgm:t>
    </dgm:pt>
    <dgm:pt modelId="{FFAD5A97-5FF9-473C-A846-BE5F58B5E024}">
      <dgm:prSet/>
      <dgm:spPr/>
      <dgm:t>
        <a:bodyPr/>
        <a:lstStyle/>
        <a:p>
          <a:r>
            <a:rPr lang="it-IT" b="1"/>
            <a:t>Python</a:t>
          </a:r>
          <a:r>
            <a:rPr lang="it-IT"/>
            <a:t>: Elaborazione dati (Pandas, Geopandas, Rasterio).</a:t>
          </a:r>
          <a:endParaRPr lang="en-US"/>
        </a:p>
      </dgm:t>
    </dgm:pt>
    <dgm:pt modelId="{B9039AE4-BAD5-46AF-917F-66138609CE41}" type="parTrans" cxnId="{162761D8-91D9-45E7-9861-A2F3A6030185}">
      <dgm:prSet/>
      <dgm:spPr/>
      <dgm:t>
        <a:bodyPr/>
        <a:lstStyle/>
        <a:p>
          <a:endParaRPr lang="en-US"/>
        </a:p>
      </dgm:t>
    </dgm:pt>
    <dgm:pt modelId="{3AEAB577-10FD-4ADA-A7E1-6E520BB44072}" type="sibTrans" cxnId="{162761D8-91D9-45E7-9861-A2F3A6030185}">
      <dgm:prSet/>
      <dgm:spPr/>
      <dgm:t>
        <a:bodyPr/>
        <a:lstStyle/>
        <a:p>
          <a:endParaRPr lang="en-US"/>
        </a:p>
      </dgm:t>
    </dgm:pt>
    <dgm:pt modelId="{E7851BE3-BD9A-4E11-A86F-D8527790B17F}">
      <dgm:prSet/>
      <dgm:spPr/>
      <dgm:t>
        <a:bodyPr/>
        <a:lstStyle/>
        <a:p>
          <a:r>
            <a:rPr lang="it-IT" b="1"/>
            <a:t>Neo4j</a:t>
          </a:r>
          <a:r>
            <a:rPr lang="it-IT"/>
            <a:t> &amp; </a:t>
          </a:r>
          <a:r>
            <a:rPr lang="it-IT" b="1"/>
            <a:t>GDS</a:t>
          </a:r>
          <a:r>
            <a:rPr lang="it-IT"/>
            <a:t>: Persistenza del grafo e algoritmi di cammino minimo (Dijkstra)</a:t>
          </a:r>
          <a:endParaRPr lang="en-US"/>
        </a:p>
      </dgm:t>
    </dgm:pt>
    <dgm:pt modelId="{9B30A057-5E8A-48DD-ADFC-21E5F4643ED4}" type="parTrans" cxnId="{1B4EB145-440C-4820-8E9E-899E8A629053}">
      <dgm:prSet/>
      <dgm:spPr/>
      <dgm:t>
        <a:bodyPr/>
        <a:lstStyle/>
        <a:p>
          <a:endParaRPr lang="en-US"/>
        </a:p>
      </dgm:t>
    </dgm:pt>
    <dgm:pt modelId="{120D3EF7-FB16-411C-93EA-A9C77BF0BAFF}" type="sibTrans" cxnId="{1B4EB145-440C-4820-8E9E-899E8A629053}">
      <dgm:prSet/>
      <dgm:spPr/>
      <dgm:t>
        <a:bodyPr/>
        <a:lstStyle/>
        <a:p>
          <a:endParaRPr lang="en-US"/>
        </a:p>
      </dgm:t>
    </dgm:pt>
    <dgm:pt modelId="{51DAEF21-B7B2-4CE7-AB6F-AF399755F413}" type="pres">
      <dgm:prSet presAssocID="{42ED2437-86F4-492E-8CF5-86801C55FAD6}" presName="linear" presStyleCnt="0">
        <dgm:presLayoutVars>
          <dgm:animLvl val="lvl"/>
          <dgm:resizeHandles val="exact"/>
        </dgm:presLayoutVars>
      </dgm:prSet>
      <dgm:spPr/>
    </dgm:pt>
    <dgm:pt modelId="{69A9026C-7FDA-4CDB-AE56-313FCC10963A}" type="pres">
      <dgm:prSet presAssocID="{CCB84A3F-3EEF-4D5A-9357-C2FE1B5520A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E5E1B46-D70E-466B-BBC2-B87A92E351C7}" type="pres">
      <dgm:prSet presAssocID="{CCB84A3F-3EEF-4D5A-9357-C2FE1B5520A0}" presName="childText" presStyleLbl="revTx" presStyleIdx="0" presStyleCnt="2">
        <dgm:presLayoutVars>
          <dgm:bulletEnabled val="1"/>
        </dgm:presLayoutVars>
      </dgm:prSet>
      <dgm:spPr/>
    </dgm:pt>
    <dgm:pt modelId="{9C090E34-77D6-4D48-828E-F26D2732092A}" type="pres">
      <dgm:prSet presAssocID="{7AEAB000-0691-40ED-829D-27D2EC77E59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E6CA897-BDF7-42DE-9D87-44F9BE132D09}" type="pres">
      <dgm:prSet presAssocID="{7AEAB000-0691-40ED-829D-27D2EC77E59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FC3C701-8E9D-4DFF-A360-25FD059D1BD3}" type="presOf" srcId="{42ED2437-86F4-492E-8CF5-86801C55FAD6}" destId="{51DAEF21-B7B2-4CE7-AB6F-AF399755F413}" srcOrd="0" destOrd="0" presId="urn:microsoft.com/office/officeart/2005/8/layout/vList2"/>
    <dgm:cxn modelId="{BC9DEE14-BC01-48F8-BD57-D65978C32347}" type="presOf" srcId="{CCB84A3F-3EEF-4D5A-9357-C2FE1B5520A0}" destId="{69A9026C-7FDA-4CDB-AE56-313FCC10963A}" srcOrd="0" destOrd="0" presId="urn:microsoft.com/office/officeart/2005/8/layout/vList2"/>
    <dgm:cxn modelId="{93F2F71F-EAAE-4C81-B03B-DB2B4EF568F7}" type="presOf" srcId="{42E93EFC-6446-4C82-BED9-C0B6CCA39925}" destId="{4E5E1B46-D70E-466B-BBC2-B87A92E351C7}" srcOrd="0" destOrd="1" presId="urn:microsoft.com/office/officeart/2005/8/layout/vList2"/>
    <dgm:cxn modelId="{C7944428-B16D-47EF-95F0-82D619BE96CB}" srcId="{42ED2437-86F4-492E-8CF5-86801C55FAD6}" destId="{7AEAB000-0691-40ED-829D-27D2EC77E596}" srcOrd="1" destOrd="0" parTransId="{54A5DB28-596B-4C09-96A7-679A9579779E}" sibTransId="{443A3696-6774-424A-8917-421C6B489B4B}"/>
    <dgm:cxn modelId="{DF3A5237-B48F-4E5F-9848-98F9717471E0}" type="presOf" srcId="{C730ED9B-0DE3-4C93-9622-7E2BE4F03487}" destId="{4E5E1B46-D70E-466B-BBC2-B87A92E351C7}" srcOrd="0" destOrd="2" presId="urn:microsoft.com/office/officeart/2005/8/layout/vList2"/>
    <dgm:cxn modelId="{FBFBD760-BECA-4C1B-BC47-B56D3651560F}" type="presOf" srcId="{7AEAB000-0691-40ED-829D-27D2EC77E596}" destId="{9C090E34-77D6-4D48-828E-F26D2732092A}" srcOrd="0" destOrd="0" presId="urn:microsoft.com/office/officeart/2005/8/layout/vList2"/>
    <dgm:cxn modelId="{798E2861-515E-4D86-877C-4A1446CA113B}" type="presOf" srcId="{FFAD5A97-5FF9-473C-A846-BE5F58B5E024}" destId="{2E6CA897-BDF7-42DE-9D87-44F9BE132D09}" srcOrd="0" destOrd="0" presId="urn:microsoft.com/office/officeart/2005/8/layout/vList2"/>
    <dgm:cxn modelId="{1B4EB145-440C-4820-8E9E-899E8A629053}" srcId="{7AEAB000-0691-40ED-829D-27D2EC77E596}" destId="{E7851BE3-BD9A-4E11-A86F-D8527790B17F}" srcOrd="1" destOrd="0" parTransId="{9B30A057-5E8A-48DD-ADFC-21E5F4643ED4}" sibTransId="{120D3EF7-FB16-411C-93EA-A9C77BF0BAFF}"/>
    <dgm:cxn modelId="{F76C2C7F-A79A-494A-9011-09F69C5EC97C}" srcId="{CCB84A3F-3EEF-4D5A-9357-C2FE1B5520A0}" destId="{C730ED9B-0DE3-4C93-9622-7E2BE4F03487}" srcOrd="2" destOrd="0" parTransId="{98FB86B0-F155-4908-801C-C7915E24F615}" sibTransId="{B491BCD7-FB3C-4652-A710-DFAA9326D7B5}"/>
    <dgm:cxn modelId="{378756A8-5901-4D9B-AB74-12F913340EC0}" srcId="{42ED2437-86F4-492E-8CF5-86801C55FAD6}" destId="{CCB84A3F-3EEF-4D5A-9357-C2FE1B5520A0}" srcOrd="0" destOrd="0" parTransId="{F43BF674-B21E-4551-9391-45DFB5A9AA82}" sibTransId="{F2617E22-B57D-490A-9707-D72BE1A822F0}"/>
    <dgm:cxn modelId="{87E92BAF-AC48-482C-A344-9E85E89E4408}" srcId="{CCB84A3F-3EEF-4D5A-9357-C2FE1B5520A0}" destId="{42E93EFC-6446-4C82-BED9-C0B6CCA39925}" srcOrd="1" destOrd="0" parTransId="{2E01033A-6F02-47E3-8A96-BD04788F2FAD}" sibTransId="{EC96EFF6-5DDB-4CB6-8406-9870D574D5E4}"/>
    <dgm:cxn modelId="{45DFA6C6-CAC5-41A6-A488-1BC79B922284}" type="presOf" srcId="{E7851BE3-BD9A-4E11-A86F-D8527790B17F}" destId="{2E6CA897-BDF7-42DE-9D87-44F9BE132D09}" srcOrd="0" destOrd="1" presId="urn:microsoft.com/office/officeart/2005/8/layout/vList2"/>
    <dgm:cxn modelId="{CC97ECCA-DD3F-4F5F-8323-F37D11B79852}" type="presOf" srcId="{DA9FEE43-6595-4741-B787-38529F2CD5BC}" destId="{4E5E1B46-D70E-466B-BBC2-B87A92E351C7}" srcOrd="0" destOrd="0" presId="urn:microsoft.com/office/officeart/2005/8/layout/vList2"/>
    <dgm:cxn modelId="{162761D8-91D9-45E7-9861-A2F3A6030185}" srcId="{7AEAB000-0691-40ED-829D-27D2EC77E596}" destId="{FFAD5A97-5FF9-473C-A846-BE5F58B5E024}" srcOrd="0" destOrd="0" parTransId="{B9039AE4-BAD5-46AF-917F-66138609CE41}" sibTransId="{3AEAB577-10FD-4ADA-A7E1-6E520BB44072}"/>
    <dgm:cxn modelId="{3C6EF9FF-FCA0-4889-8740-CAE67D35F9F0}" srcId="{CCB84A3F-3EEF-4D5A-9357-C2FE1B5520A0}" destId="{DA9FEE43-6595-4741-B787-38529F2CD5BC}" srcOrd="0" destOrd="0" parTransId="{3BB87A58-DFA8-465A-B56C-9F799A5174A8}" sibTransId="{C146575E-94CD-4206-841A-9E309CD2EAA4}"/>
    <dgm:cxn modelId="{AE56D840-0B02-453A-86B7-A7066626B944}" type="presParOf" srcId="{51DAEF21-B7B2-4CE7-AB6F-AF399755F413}" destId="{69A9026C-7FDA-4CDB-AE56-313FCC10963A}" srcOrd="0" destOrd="0" presId="urn:microsoft.com/office/officeart/2005/8/layout/vList2"/>
    <dgm:cxn modelId="{66DF4DD7-7DD8-4362-96DD-04492299EB3F}" type="presParOf" srcId="{51DAEF21-B7B2-4CE7-AB6F-AF399755F413}" destId="{4E5E1B46-D70E-466B-BBC2-B87A92E351C7}" srcOrd="1" destOrd="0" presId="urn:microsoft.com/office/officeart/2005/8/layout/vList2"/>
    <dgm:cxn modelId="{D47F478C-3C70-4E01-B8AC-9A032DED6856}" type="presParOf" srcId="{51DAEF21-B7B2-4CE7-AB6F-AF399755F413}" destId="{9C090E34-77D6-4D48-828E-F26D2732092A}" srcOrd="2" destOrd="0" presId="urn:microsoft.com/office/officeart/2005/8/layout/vList2"/>
    <dgm:cxn modelId="{9A81DA78-0C51-4C7A-9A1F-BFDF6DC15C60}" type="presParOf" srcId="{51DAEF21-B7B2-4CE7-AB6F-AF399755F413}" destId="{2E6CA897-BDF7-42DE-9D87-44F9BE132D0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5DBBC0-7423-4B43-BFA6-D345A5090CD2}">
      <dsp:nvSpPr>
        <dsp:cNvPr id="0" name=""/>
        <dsp:cNvSpPr/>
      </dsp:nvSpPr>
      <dsp:spPr>
        <a:xfrm>
          <a:off x="0" y="648754"/>
          <a:ext cx="3120983" cy="18725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/>
            <a:t>Oltre la minimizzazione del tempo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1" kern="1200"/>
            <a:t>Pianificazione moderna: La mobilità urbana richiede strumenti che superino il semplice calcolo del percorso più veloce.</a:t>
          </a:r>
          <a:endParaRPr lang="en-US" sz="1400" kern="1200"/>
        </a:p>
      </dsp:txBody>
      <dsp:txXfrm>
        <a:off x="0" y="648754"/>
        <a:ext cx="3120983" cy="1872590"/>
      </dsp:txXfrm>
    </dsp:sp>
    <dsp:sp modelId="{81631BDD-88C4-4E51-8820-44A6BC1C8219}">
      <dsp:nvSpPr>
        <dsp:cNvPr id="0" name=""/>
        <dsp:cNvSpPr/>
      </dsp:nvSpPr>
      <dsp:spPr>
        <a:xfrm>
          <a:off x="3433082" y="648754"/>
          <a:ext cx="3120983" cy="18725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/>
            <a:t>Nuovi fattori critici: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1" kern="1200"/>
            <a:t>Sicurezza del percorso.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1" kern="1200"/>
            <a:t>Aderenza alla topologia reale della rete stradale.</a:t>
          </a:r>
          <a:endParaRPr lang="en-US" sz="1400" kern="1200"/>
        </a:p>
      </dsp:txBody>
      <dsp:txXfrm>
        <a:off x="3433082" y="648754"/>
        <a:ext cx="3120983" cy="1872590"/>
      </dsp:txXfrm>
    </dsp:sp>
    <dsp:sp modelId="{484FD389-E450-491F-AA9A-A8166CF53CD6}">
      <dsp:nvSpPr>
        <dsp:cNvPr id="0" name=""/>
        <dsp:cNvSpPr/>
      </dsp:nvSpPr>
      <dsp:spPr>
        <a:xfrm>
          <a:off x="6866164" y="648754"/>
          <a:ext cx="3120983" cy="18725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/>
            <a:t>Il limite dello standard GTFS: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1" kern="1200"/>
            <a:t>Modella la rete come sequenza discreta di fermate.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1" kern="1200"/>
            <a:t>Esegue un'astrazione eccessiva: ignora curvature stradali e l'esposizione al rischio tra una fermata e l'altra.</a:t>
          </a:r>
          <a:endParaRPr lang="en-US" sz="1400" kern="1200"/>
        </a:p>
      </dsp:txBody>
      <dsp:txXfrm>
        <a:off x="6866164" y="648754"/>
        <a:ext cx="3120983" cy="18725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A9026C-7FDA-4CDB-AE56-313FCC10963A}">
      <dsp:nvSpPr>
        <dsp:cNvPr id="0" name=""/>
        <dsp:cNvSpPr/>
      </dsp:nvSpPr>
      <dsp:spPr>
        <a:xfrm>
          <a:off x="0" y="163972"/>
          <a:ext cx="7077456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/>
            <a:t>GTFS Statico: Agenzia, Linee, Trip, Stop e Orari.</a:t>
          </a:r>
          <a:endParaRPr lang="en-US" sz="2100" kern="1200"/>
        </a:p>
      </dsp:txBody>
      <dsp:txXfrm>
        <a:off x="24588" y="188560"/>
        <a:ext cx="7028280" cy="454509"/>
      </dsp:txXfrm>
    </dsp:sp>
    <dsp:sp modelId="{4E5E1B46-D70E-466B-BBC2-B87A92E351C7}">
      <dsp:nvSpPr>
        <dsp:cNvPr id="0" name=""/>
        <dsp:cNvSpPr/>
      </dsp:nvSpPr>
      <dsp:spPr>
        <a:xfrm>
          <a:off x="0" y="667658"/>
          <a:ext cx="7077456" cy="10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709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600" b="1" kern="1200"/>
            <a:t>Shapes</a:t>
          </a:r>
          <a:r>
            <a:rPr lang="it-IT" sz="1600" kern="1200"/>
            <a:t>: Coordinate GPS dettagliate che descrivono il percorso esatto.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600" b="1" kern="1200" dirty="0"/>
            <a:t>Raster</a:t>
          </a:r>
          <a:r>
            <a:rPr lang="it-IT" sz="1600" kern="1200" dirty="0"/>
            <a:t> di Rischio: File </a:t>
          </a:r>
          <a:r>
            <a:rPr lang="it-IT" sz="1600" kern="1200" dirty="0" err="1"/>
            <a:t>GeoTIFF</a:t>
          </a:r>
          <a:r>
            <a:rPr lang="it-IT" sz="1600" kern="1200" dirty="0"/>
            <a:t> con probabilità di incidente normalizzata [0-1] per fasce orarie.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600" b="1" kern="1200"/>
            <a:t>GeoJSON</a:t>
          </a:r>
          <a:r>
            <a:rPr lang="it-IT" sz="1600" kern="1200"/>
            <a:t> Quartieri: Confini amministrativi per definire i centroidi O-D.</a:t>
          </a:r>
          <a:endParaRPr lang="en-US" sz="1600" kern="1200"/>
        </a:p>
      </dsp:txBody>
      <dsp:txXfrm>
        <a:off x="0" y="667658"/>
        <a:ext cx="7077456" cy="1043280"/>
      </dsp:txXfrm>
    </dsp:sp>
    <dsp:sp modelId="{9C090E34-77D6-4D48-828E-F26D2732092A}">
      <dsp:nvSpPr>
        <dsp:cNvPr id="0" name=""/>
        <dsp:cNvSpPr/>
      </dsp:nvSpPr>
      <dsp:spPr>
        <a:xfrm>
          <a:off x="0" y="1710938"/>
          <a:ext cx="7077456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/>
            <a:t>Stack Tecnologico</a:t>
          </a:r>
          <a:endParaRPr lang="en-US" sz="2100" kern="1200"/>
        </a:p>
      </dsp:txBody>
      <dsp:txXfrm>
        <a:off x="24588" y="1735526"/>
        <a:ext cx="7028280" cy="454509"/>
      </dsp:txXfrm>
    </dsp:sp>
    <dsp:sp modelId="{2E6CA897-BDF7-42DE-9D87-44F9BE132D09}">
      <dsp:nvSpPr>
        <dsp:cNvPr id="0" name=""/>
        <dsp:cNvSpPr/>
      </dsp:nvSpPr>
      <dsp:spPr>
        <a:xfrm>
          <a:off x="0" y="2214623"/>
          <a:ext cx="7077456" cy="76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709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600" b="1" kern="1200"/>
            <a:t>Python</a:t>
          </a:r>
          <a:r>
            <a:rPr lang="it-IT" sz="1600" kern="1200"/>
            <a:t>: Elaborazione dati (Pandas, Geopandas, Rasterio).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600" b="1" kern="1200"/>
            <a:t>Neo4j</a:t>
          </a:r>
          <a:r>
            <a:rPr lang="it-IT" sz="1600" kern="1200"/>
            <a:t> &amp; </a:t>
          </a:r>
          <a:r>
            <a:rPr lang="it-IT" sz="1600" b="1" kern="1200"/>
            <a:t>GDS</a:t>
          </a:r>
          <a:r>
            <a:rPr lang="it-IT" sz="1600" kern="1200"/>
            <a:t>: Persistenza del grafo e algoritmi di cammino minimo (Dijkstra)</a:t>
          </a:r>
          <a:endParaRPr lang="en-US" sz="1600" kern="1200"/>
        </a:p>
      </dsp:txBody>
      <dsp:txXfrm>
        <a:off x="0" y="2214623"/>
        <a:ext cx="7077456" cy="760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24AFC-18F5-4395-9065-AC3077532A30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57C6A-81DC-46E9-A8EF-F62B38D009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484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Spiegare che gli algoritmi attuali rischiano di suggerire percorsi veloci ma pericolosi (es. incroci ad alta incidentalità) perché "ciechi" a ciò che accade tra due fermate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57C6A-81DC-46E9-A8EF-F62B38D0094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456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L'obiettivo finale è trovare un bilanciamento tra accuratezza informativa ed efficienza computazionale per il calcolo di matrici O-D (Origine-Destinazione) tra quartieri.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57C6A-81DC-46E9-A8EF-F62B38D0094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6822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57C6A-81DC-46E9-A8EF-F62B38D0094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9991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Questo approccio crea una granularità altissima. Il grafo diventa "Dual-Layer": livello logico (Trip) e livello fisico (ShapePoint) interconnessi. E la connessione tra i due per </a:t>
            </a:r>
            <a:r>
              <a:rPr lang="it-IT" dirty="0" err="1"/>
              <a:t>semplicita</a:t>
            </a:r>
            <a:r>
              <a:rPr lang="it-IT" dirty="0"/>
              <a:t> non avviene direttamente nel grafo ma guardando la shape associata a una trip.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57C6A-81DC-46E9-A8EF-F62B38D0094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1472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Questo metodo permette di identificare specifici "Black Spots" (es. un incrocio pericoloso) all'interno di un percorso.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57C6A-81DC-46E9-A8EF-F62B38D0094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2075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NOTA , NEL GRAFO AVREMMO POTUTO CREARE RELAZIONE NEAREST_POINT che collega stop a shape point, al punto </a:t>
            </a:r>
            <a:r>
              <a:rPr lang="it-IT" dirty="0" err="1"/>
              <a:t>piu</a:t>
            </a:r>
            <a:r>
              <a:rPr lang="it-IT" dirty="0"/>
              <a:t> vicino. Quindi ogni volta che salgo/scendo sul/dal bus calcolo nearest point poi calcolo punto più vicino.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57C6A-81DC-46E9-A8EF-F62B38D0094B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1516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Mostrare come l'arco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PRECEDES</a:t>
            </a:r>
            <a:r>
              <a:rPr lang="it-IT" dirty="0"/>
              <a:t> ora contenga tutta l'intelligenza spaziale senza appesantire la struttura del grafo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57C6A-81DC-46E9-A8EF-F62B38D0094B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9416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2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303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18192C8-E66D-74C9-36B2-59A35CB30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400">
                <a:latin typeface="Aptos Display" panose="020B0004020202020204" pitchFamily="34" charset="0"/>
              </a:rPr>
              <a:t>INTEGRAZIONE DI GEOMETRIE REALI E FATTORI DI RISCHIO DINAMICI IN GRAFI DI TRASPORTO PUBBLICO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85C7F58-E26B-E1F2-D77A-DF1AB98BE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r>
              <a:rPr lang="it-IT"/>
              <a:t>Analisi comparativa sul caso studio di modena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3" descr="Disegno astratto che indica la connessione di rete su sfondo bianco">
            <a:extLst>
              <a:ext uri="{FF2B5EF4-FFF2-40B4-BE49-F238E27FC236}">
                <a16:creationId xmlns:a16="http://schemas.microsoft.com/office/drawing/2014/main" id="{776281C2-697F-94B0-32BC-E99F5F4B07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745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4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9E5E4-DEEF-9EAA-586F-025000ACA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4911634" cy="1287887"/>
          </a:xfrm>
        </p:spPr>
        <p:txBody>
          <a:bodyPr/>
          <a:lstStyle/>
          <a:p>
            <a:r>
              <a:rPr lang="it-IT" dirty="0"/>
              <a:t>INTROUDZIONE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B13A160-5125-832B-9EF2-0140ECD6A776}"/>
              </a:ext>
            </a:extLst>
          </p:cNvPr>
          <p:cNvSpPr txBox="1"/>
          <p:nvPr/>
        </p:nvSpPr>
        <p:spPr>
          <a:xfrm>
            <a:off x="566849" y="2294906"/>
            <a:ext cx="937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Arricchire i grafi GTFS non solo con orari, ma con geometrie precise e rischi di incidenti</a:t>
            </a:r>
            <a:r>
              <a:rPr lang="it-IT" dirty="0"/>
              <a:t>.</a:t>
            </a:r>
          </a:p>
        </p:txBody>
      </p:sp>
      <p:graphicFrame>
        <p:nvGraphicFramePr>
          <p:cNvPr id="9" name="CasellaDiTesto 5">
            <a:extLst>
              <a:ext uri="{FF2B5EF4-FFF2-40B4-BE49-F238E27FC236}">
                <a16:creationId xmlns:a16="http://schemas.microsoft.com/office/drawing/2014/main" id="{B912113F-0D51-B6F3-7538-5BCB7A6D1D65}"/>
              </a:ext>
            </a:extLst>
          </p:cNvPr>
          <p:cNvGraphicFramePr/>
          <p:nvPr/>
        </p:nvGraphicFramePr>
        <p:xfrm>
          <a:off x="1033153" y="2826326"/>
          <a:ext cx="9987148" cy="3170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4171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1A6CBC0-0D22-5FA2-53D4-B13190D6F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1181" y="1371599"/>
            <a:ext cx="4666537" cy="30767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dirty="0"/>
              <a:t>Obiettivi della </a:t>
            </a:r>
            <a:r>
              <a:rPr lang="en-US" dirty="0" err="1"/>
              <a:t>Ricerca</a:t>
            </a:r>
            <a:endParaRPr lang="en-US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C518EC2-1FA8-047C-58D5-4024BA2CB0EB}"/>
              </a:ext>
            </a:extLst>
          </p:cNvPr>
          <p:cNvSpPr txBox="1"/>
          <p:nvPr/>
        </p:nvSpPr>
        <p:spPr>
          <a:xfrm>
            <a:off x="7768393" y="3160463"/>
            <a:ext cx="3842397" cy="1287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130000"/>
              </a:lnSpc>
              <a:spcBef>
                <a:spcPts val="1000"/>
              </a:spcBef>
              <a:buSzPct val="87000"/>
            </a:pPr>
            <a:r>
              <a:rPr lang="en-US" b="1" cap="all" spc="300" dirty="0"/>
              <a:t>Dal modello logico al modello </a:t>
            </a:r>
            <a:r>
              <a:rPr lang="en-US" b="1" cap="all" spc="300" dirty="0" err="1"/>
              <a:t>fisico</a:t>
            </a:r>
            <a:endParaRPr lang="en-US" b="1" cap="all" spc="300" dirty="0"/>
          </a:p>
          <a:p>
            <a:pPr>
              <a:lnSpc>
                <a:spcPct val="130000"/>
              </a:lnSpc>
              <a:spcBef>
                <a:spcPts val="1000"/>
              </a:spcBef>
              <a:buSzPct val="87000"/>
            </a:pPr>
            <a:endParaRPr lang="en-US" b="1" cap="all" spc="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E6C20E-8B6F-21A7-E12D-22F0B33CE0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25" r="-1" b="-1"/>
          <a:stretch>
            <a:fillRect/>
          </a:stretch>
        </p:blipFill>
        <p:spPr>
          <a:xfrm>
            <a:off x="20" y="1"/>
            <a:ext cx="5676880" cy="34290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9153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3611037-7730-CBCE-435A-78FAB7442F56}"/>
              </a:ext>
            </a:extLst>
          </p:cNvPr>
          <p:cNvSpPr txBox="1"/>
          <p:nvPr/>
        </p:nvSpPr>
        <p:spPr>
          <a:xfrm>
            <a:off x="987552" y="2761488"/>
            <a:ext cx="619963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/>
              <a:t>Integrazione Geometrica: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/>
              <a:t>Inserire la geometria esatta delle linee utilizzando il file shapes.txt.</a:t>
            </a:r>
          </a:p>
          <a:p>
            <a:pPr>
              <a:spcAft>
                <a:spcPts val="600"/>
              </a:spcAft>
            </a:pPr>
            <a:r>
              <a:rPr lang="it-IT" dirty="0"/>
              <a:t>Mappatura del Rischio: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/>
              <a:t>Integrare la probabilità di incidente variabile per fascia oraria (Mattina, Pomeriggio, Sera) derivata da file Raster.</a:t>
            </a:r>
          </a:p>
          <a:p>
            <a:pPr>
              <a:spcAft>
                <a:spcPts val="600"/>
              </a:spcAft>
            </a:pPr>
            <a:r>
              <a:rPr lang="it-IT" dirty="0"/>
              <a:t>Sviluppare e confrontare due approcci su database a grafo Neo4j: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/>
              <a:t>Approccio a Geometria Completa.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/>
              <a:t>Approccio Semplificato Orientato al Routing.</a:t>
            </a:r>
          </a:p>
        </p:txBody>
      </p:sp>
    </p:spTree>
    <p:extLst>
      <p:ext uri="{BB962C8B-B14F-4D97-AF65-F5344CB8AC3E}">
        <p14:creationId xmlns:p14="http://schemas.microsoft.com/office/powerpoint/2010/main" val="813623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86BC09F-1BA5-2D77-75B1-A6155B425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Struttura GTFS BASE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A5BA6E-A154-6422-ABCA-635E4D599AF2}"/>
              </a:ext>
            </a:extLst>
          </p:cNvPr>
          <p:cNvSpPr txBox="1"/>
          <p:nvPr/>
        </p:nvSpPr>
        <p:spPr>
          <a:xfrm>
            <a:off x="640079" y="2176036"/>
            <a:ext cx="4261104" cy="4121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400" b="1" dirty="0"/>
              <a:t>Il General Transit Feed Specification </a:t>
            </a:r>
            <a:r>
              <a:rPr lang="en-US" sz="1400" dirty="0"/>
              <a:t>(GTFS) è lo standard de facto per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dati</a:t>
            </a:r>
            <a:r>
              <a:rPr lang="en-US" sz="1400" dirty="0"/>
              <a:t> del </a:t>
            </a:r>
            <a:r>
              <a:rPr lang="en-US" sz="1400" dirty="0" err="1"/>
              <a:t>trasporto</a:t>
            </a:r>
            <a:r>
              <a:rPr lang="en-US" sz="1400" dirty="0"/>
              <a:t> </a:t>
            </a:r>
            <a:r>
              <a:rPr lang="en-US" sz="1400" dirty="0" err="1"/>
              <a:t>pubblico</a:t>
            </a:r>
            <a:r>
              <a:rPr lang="en-US" sz="1400" dirty="0"/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400" dirty="0" err="1"/>
              <a:t>Componenti</a:t>
            </a:r>
            <a:r>
              <a:rPr lang="en-US" sz="1400" dirty="0"/>
              <a:t> </a:t>
            </a:r>
            <a:r>
              <a:rPr lang="en-US" sz="1400" dirty="0" err="1"/>
              <a:t>Principali</a:t>
            </a:r>
            <a:r>
              <a:rPr lang="en-US" sz="1400" dirty="0"/>
              <a:t> : 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400" b="1" dirty="0"/>
              <a:t>Agency &amp; Routes</a:t>
            </a:r>
            <a:r>
              <a:rPr lang="en-US" sz="1400" dirty="0"/>
              <a:t>: Chi opera il </a:t>
            </a:r>
            <a:r>
              <a:rPr lang="en-US" sz="1400" dirty="0" err="1"/>
              <a:t>servizio</a:t>
            </a:r>
            <a:r>
              <a:rPr lang="en-US" sz="1400" dirty="0"/>
              <a:t> e </a:t>
            </a:r>
            <a:r>
              <a:rPr lang="en-US" sz="1400" dirty="0" err="1"/>
              <a:t>quali</a:t>
            </a:r>
            <a:r>
              <a:rPr lang="en-US" sz="1400" dirty="0"/>
              <a:t> </a:t>
            </a:r>
            <a:r>
              <a:rPr lang="en-US" sz="1400" dirty="0" err="1"/>
              <a:t>linee</a:t>
            </a:r>
            <a:r>
              <a:rPr lang="en-US" sz="1400" dirty="0"/>
              <a:t> </a:t>
            </a:r>
            <a:r>
              <a:rPr lang="en-US" sz="1400" dirty="0" err="1"/>
              <a:t>gestisce</a:t>
            </a:r>
            <a:r>
              <a:rPr lang="en-US" sz="1400" dirty="0"/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400" b="1" dirty="0"/>
              <a:t>Stops</a:t>
            </a:r>
            <a:r>
              <a:rPr lang="en-US" sz="1400" dirty="0"/>
              <a:t>: </a:t>
            </a:r>
            <a:r>
              <a:rPr lang="en-US" sz="1400" dirty="0" err="1"/>
              <a:t>Punti</a:t>
            </a:r>
            <a:r>
              <a:rPr lang="en-US" sz="1400" dirty="0"/>
              <a:t> </a:t>
            </a:r>
            <a:r>
              <a:rPr lang="en-US" sz="1400" dirty="0" err="1"/>
              <a:t>logici</a:t>
            </a:r>
            <a:r>
              <a:rPr lang="en-US" sz="1400" dirty="0"/>
              <a:t> </a:t>
            </a:r>
            <a:r>
              <a:rPr lang="en-US" sz="1400" dirty="0" err="1"/>
              <a:t>che</a:t>
            </a:r>
            <a:r>
              <a:rPr lang="en-US" sz="1400" dirty="0"/>
              <a:t> </a:t>
            </a:r>
            <a:r>
              <a:rPr lang="en-US" sz="1400" dirty="0" err="1"/>
              <a:t>rappresentano</a:t>
            </a:r>
            <a:r>
              <a:rPr lang="en-US" sz="1400" dirty="0"/>
              <a:t> le </a:t>
            </a:r>
            <a:r>
              <a:rPr lang="en-US" sz="1400" dirty="0" err="1"/>
              <a:t>fermate</a:t>
            </a:r>
            <a:r>
              <a:rPr lang="en-US" sz="1400" dirty="0"/>
              <a:t> </a:t>
            </a:r>
            <a:r>
              <a:rPr lang="en-US" sz="1400" dirty="0" err="1"/>
              <a:t>fisiche</a:t>
            </a:r>
            <a:r>
              <a:rPr lang="en-US" sz="1400" dirty="0"/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400" b="1" dirty="0"/>
              <a:t>Trips</a:t>
            </a:r>
            <a:r>
              <a:rPr lang="en-US" sz="1400" dirty="0"/>
              <a:t> &amp; </a:t>
            </a:r>
            <a:r>
              <a:rPr lang="en-US" sz="1400" b="1" dirty="0" err="1"/>
              <a:t>StopTimes</a:t>
            </a:r>
            <a:r>
              <a:rPr lang="en-US" sz="1400" dirty="0"/>
              <a:t>: I </a:t>
            </a:r>
            <a:r>
              <a:rPr lang="en-US" sz="1400" dirty="0" err="1"/>
              <a:t>viaggi</a:t>
            </a:r>
            <a:r>
              <a:rPr lang="en-US" sz="1400" dirty="0"/>
              <a:t> </a:t>
            </a:r>
            <a:r>
              <a:rPr lang="en-US" sz="1400" dirty="0" err="1"/>
              <a:t>specifici</a:t>
            </a:r>
            <a:r>
              <a:rPr lang="en-US" sz="1400" dirty="0"/>
              <a:t> </a:t>
            </a:r>
            <a:r>
              <a:rPr lang="en-US" sz="1400" dirty="0" err="1"/>
              <a:t>definiti</a:t>
            </a:r>
            <a:r>
              <a:rPr lang="en-US" sz="1400" dirty="0"/>
              <a:t> come </a:t>
            </a:r>
            <a:r>
              <a:rPr lang="en-US" sz="1400" dirty="0" err="1"/>
              <a:t>sequenze</a:t>
            </a:r>
            <a:r>
              <a:rPr lang="en-US" sz="1400" dirty="0"/>
              <a:t> di </a:t>
            </a:r>
            <a:r>
              <a:rPr lang="en-US" sz="1400" dirty="0" err="1"/>
              <a:t>orari</a:t>
            </a:r>
            <a:r>
              <a:rPr lang="en-US" sz="1400" dirty="0"/>
              <a:t> di passaggio.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400" dirty="0" err="1">
                <a:highlight>
                  <a:srgbClr val="FFFF00"/>
                </a:highlight>
              </a:rPr>
              <a:t>Modellazione</a:t>
            </a:r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en-US" sz="1400" dirty="0" err="1">
                <a:highlight>
                  <a:srgbClr val="FFFF00"/>
                </a:highlight>
              </a:rPr>
              <a:t>nel</a:t>
            </a:r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en-US" sz="1400" dirty="0" err="1">
                <a:highlight>
                  <a:srgbClr val="FFFF00"/>
                </a:highlight>
              </a:rPr>
              <a:t>Grafo</a:t>
            </a:r>
            <a:r>
              <a:rPr lang="en-US" sz="1400" dirty="0"/>
              <a:t>: La rete è vista come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sequenza</a:t>
            </a:r>
            <a:r>
              <a:rPr lang="en-US" sz="1400" dirty="0"/>
              <a:t> </a:t>
            </a:r>
            <a:r>
              <a:rPr lang="en-US" sz="1400" dirty="0" err="1"/>
              <a:t>discreta</a:t>
            </a:r>
            <a:r>
              <a:rPr lang="en-US" sz="1400" dirty="0"/>
              <a:t> di </a:t>
            </a:r>
            <a:r>
              <a:rPr lang="en-US" sz="1400" dirty="0" err="1"/>
              <a:t>fermate</a:t>
            </a:r>
            <a:r>
              <a:rPr lang="en-US" sz="1400" dirty="0"/>
              <a:t> </a:t>
            </a:r>
            <a:r>
              <a:rPr lang="en-US" sz="1400" dirty="0" err="1"/>
              <a:t>collegate</a:t>
            </a:r>
            <a:r>
              <a:rPr lang="en-US" sz="1400" dirty="0"/>
              <a:t> da </a:t>
            </a:r>
            <a:r>
              <a:rPr lang="en-US" sz="1400" dirty="0" err="1"/>
              <a:t>segmenti</a:t>
            </a:r>
            <a:r>
              <a:rPr lang="en-US" sz="1400" dirty="0"/>
              <a:t> </a:t>
            </a:r>
            <a:r>
              <a:rPr lang="en-US" sz="1400" dirty="0" err="1"/>
              <a:t>logici</a:t>
            </a:r>
            <a:r>
              <a:rPr lang="en-US" sz="1400" dirty="0"/>
              <a:t>. Il </a:t>
            </a:r>
            <a:r>
              <a:rPr lang="en-US" sz="1400" dirty="0" err="1"/>
              <a:t>percorso</a:t>
            </a:r>
            <a:r>
              <a:rPr lang="en-US" sz="1400" dirty="0"/>
              <a:t> </a:t>
            </a:r>
            <a:r>
              <a:rPr lang="en-US" sz="1400" dirty="0" err="1"/>
              <a:t>tra</a:t>
            </a:r>
            <a:r>
              <a:rPr lang="en-US" sz="1400" dirty="0"/>
              <a:t> due </a:t>
            </a:r>
            <a:r>
              <a:rPr lang="en-US" sz="1400" dirty="0" err="1"/>
              <a:t>fermate</a:t>
            </a:r>
            <a:r>
              <a:rPr lang="en-US" sz="1400" dirty="0"/>
              <a:t> consecutive è un arco </a:t>
            </a:r>
            <a:r>
              <a:rPr lang="en-US" sz="1400" dirty="0" err="1"/>
              <a:t>astratto</a:t>
            </a:r>
            <a:r>
              <a:rPr lang="en-US" sz="1400" dirty="0"/>
              <a:t> (PRECEDES), </a:t>
            </a:r>
            <a:r>
              <a:rPr lang="en-US" sz="1400" dirty="0" err="1"/>
              <a:t>spesso</a:t>
            </a:r>
            <a:r>
              <a:rPr lang="en-US" sz="1400" dirty="0"/>
              <a:t> </a:t>
            </a:r>
            <a:r>
              <a:rPr lang="en-US" sz="1400" dirty="0" err="1"/>
              <a:t>approssimato</a:t>
            </a:r>
            <a:r>
              <a:rPr lang="en-US" sz="1400" dirty="0"/>
              <a:t> come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linea</a:t>
            </a:r>
            <a:r>
              <a:rPr lang="en-US" sz="1400" dirty="0"/>
              <a:t> </a:t>
            </a:r>
            <a:r>
              <a:rPr lang="en-US" sz="1400" dirty="0" err="1"/>
              <a:t>retta</a:t>
            </a:r>
            <a:r>
              <a:rPr lang="en-US" sz="1400" dirty="0"/>
              <a:t> </a:t>
            </a:r>
            <a:r>
              <a:rPr lang="en-US" sz="1400" dirty="0" err="1"/>
              <a:t>priva</a:t>
            </a:r>
            <a:r>
              <a:rPr lang="en-US" sz="1400" dirty="0"/>
              <a:t> di </a:t>
            </a:r>
            <a:r>
              <a:rPr lang="en-US" sz="1400" dirty="0" err="1"/>
              <a:t>attributi</a:t>
            </a:r>
            <a:r>
              <a:rPr lang="en-US" sz="1400" dirty="0"/>
              <a:t> </a:t>
            </a:r>
            <a:r>
              <a:rPr lang="en-US" sz="1400" dirty="0" err="1"/>
              <a:t>fisici</a:t>
            </a:r>
            <a:r>
              <a:rPr lang="en-US" sz="1400" dirty="0"/>
              <a:t>.</a:t>
            </a:r>
          </a:p>
        </p:txBody>
      </p:sp>
      <p:pic>
        <p:nvPicPr>
          <p:cNvPr id="7" name="Immagine 6" descr="Immagine che contiene testo, diagramma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38D8C808-0D20-F8A7-5AB9-9A11C34237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8" r="-2" b="-2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16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5E5820-27E2-64FE-4A83-B17CA64B9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8245654" cy="1287887"/>
          </a:xfrm>
        </p:spPr>
        <p:txBody>
          <a:bodyPr>
            <a:normAutofit/>
          </a:bodyPr>
          <a:lstStyle/>
          <a:p>
            <a:r>
              <a:rPr lang="it-IT" dirty="0"/>
              <a:t>Dati e Strumenti Aggiuntivi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23E077F-00BE-7EB0-242E-5AA00301D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384" y="2231137"/>
            <a:ext cx="4855464" cy="428349"/>
          </a:xfrm>
        </p:spPr>
        <p:txBody>
          <a:bodyPr>
            <a:normAutofit fontScale="92500"/>
          </a:bodyPr>
          <a:lstStyle/>
          <a:p>
            <a:r>
              <a:rPr lang="it-IT" dirty="0"/>
              <a:t>Dataset  e software utilizzato</a:t>
            </a:r>
          </a:p>
        </p:txBody>
      </p:sp>
      <p:graphicFrame>
        <p:nvGraphicFramePr>
          <p:cNvPr id="8" name="CasellaDiTesto 3">
            <a:extLst>
              <a:ext uri="{FF2B5EF4-FFF2-40B4-BE49-F238E27FC236}">
                <a16:creationId xmlns:a16="http://schemas.microsoft.com/office/drawing/2014/main" id="{BB2A0765-BC04-9312-BA38-4AAD40EED097}"/>
              </a:ext>
            </a:extLst>
          </p:cNvPr>
          <p:cNvGraphicFramePr/>
          <p:nvPr/>
        </p:nvGraphicFramePr>
        <p:xfrm>
          <a:off x="640080" y="2825496"/>
          <a:ext cx="7077456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3479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DF49C7-55E7-B92B-14A6-ACB226042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49761"/>
            <a:ext cx="10991088" cy="2057401"/>
          </a:xfrm>
        </p:spPr>
        <p:txBody>
          <a:bodyPr/>
          <a:lstStyle/>
          <a:p>
            <a:r>
              <a:rPr lang="it-IT" dirty="0"/>
              <a:t>Approccio 1 - Geometria Completa (Modellazione)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26E474B-303B-97C8-C0C9-F7A1D267F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2954087"/>
            <a:ext cx="6675120" cy="514382"/>
          </a:xfrm>
        </p:spPr>
        <p:txBody>
          <a:bodyPr/>
          <a:lstStyle/>
          <a:p>
            <a:r>
              <a:rPr lang="it-IT" dirty="0"/>
              <a:t>Creazione di un "Physical Layer"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9944ED0-074C-EF35-0AC1-2BE90BDBF138}"/>
              </a:ext>
            </a:extLst>
          </p:cNvPr>
          <p:cNvSpPr txBox="1"/>
          <p:nvPr/>
        </p:nvSpPr>
        <p:spPr>
          <a:xfrm>
            <a:off x="678551" y="3850839"/>
            <a:ext cx="61904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Concetto: Ricostruzione fisica del tracciato nel grafo. Ogni coordinata del file shapes.txt diventa un nodo.</a:t>
            </a:r>
          </a:p>
          <a:p>
            <a:r>
              <a:rPr lang="it-IT" dirty="0"/>
              <a:t>Nuove Entità:</a:t>
            </a:r>
          </a:p>
          <a:p>
            <a:r>
              <a:rPr lang="it-IT" dirty="0"/>
              <a:t>	</a:t>
            </a:r>
            <a:r>
              <a:rPr lang="it-IT" b="1" dirty="0"/>
              <a:t>Nodo ShapePoint (SP)</a:t>
            </a:r>
            <a:r>
              <a:rPr lang="it-IT" dirty="0"/>
              <a:t>: Rappresenta una singola 	coordinata GPS (lat, lon).</a:t>
            </a:r>
          </a:p>
          <a:p>
            <a:r>
              <a:rPr lang="it-IT" dirty="0"/>
              <a:t>	</a:t>
            </a:r>
            <a:r>
              <a:rPr lang="it-IT" b="1" dirty="0"/>
              <a:t>Relazione FOLLOWS</a:t>
            </a:r>
            <a:r>
              <a:rPr lang="it-IT" dirty="0"/>
              <a:t>: Collega sequenzialmente i 	punti fisici (</a:t>
            </a:r>
            <a:r>
              <a:rPr lang="it-IT" b="1" dirty="0"/>
              <a:t>SP_i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</a:t>
            </a:r>
            <a:r>
              <a:rPr lang="it-IT" b="1" dirty="0"/>
              <a:t>SP_{i+1}</a:t>
            </a:r>
            <a:r>
              <a:rPr lang="it-IT" dirty="0"/>
              <a:t>).</a:t>
            </a:r>
          </a:p>
          <a:p>
            <a:r>
              <a:rPr lang="it-IT" dirty="0"/>
              <a:t>Pesatura: La relazione è pesata con la distanza geodetica reale (Haversine) per segmenti di 10-50 metri.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378820D-D5D9-EC1C-9F79-C4865C8FB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509" y="2228882"/>
            <a:ext cx="4723659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4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415F27B-0728-6BF0-C6E9-2053FAC3F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Approccio 1 - </a:t>
            </a:r>
            <a:r>
              <a:rPr lang="en-US" sz="4000" dirty="0" err="1"/>
              <a:t>Integrazione</a:t>
            </a:r>
            <a:r>
              <a:rPr lang="en-US" sz="4000" dirty="0"/>
              <a:t> del </a:t>
            </a:r>
            <a:r>
              <a:rPr lang="en-US" sz="4000" dirty="0" err="1"/>
              <a:t>Rischio</a:t>
            </a:r>
            <a:endParaRPr lang="en-US" sz="4000" dirty="0"/>
          </a:p>
        </p:txBody>
      </p:sp>
      <p:pic>
        <p:nvPicPr>
          <p:cNvPr id="10" name="Graphic 9" descr="Ingranaggi">
            <a:extLst>
              <a:ext uri="{FF2B5EF4-FFF2-40B4-BE49-F238E27FC236}">
                <a16:creationId xmlns:a16="http://schemas.microsoft.com/office/drawing/2014/main" id="{BD8FD2C5-1D3C-542E-1149-584F730AE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CCAB351-3391-ED46-BE2F-11CA4DA58441}"/>
                  </a:ext>
                </a:extLst>
              </p:cNvPr>
              <p:cNvSpPr txBox="1"/>
              <p:nvPr/>
            </p:nvSpPr>
            <p:spPr>
              <a:xfrm>
                <a:off x="6915150" y="2256287"/>
                <a:ext cx="4563618" cy="376045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lnSpc>
                    <a:spcPct val="11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 b="1"/>
                  <a:t>Campionamento e Propagazione</a:t>
                </a: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/>
                  <a:t>Livello Fisico (Micro): Per ogni arco FOLLOWS, si interroga il Raster nel punto medio geografico. Il rischio è salvato sull'arco fisico.</a:t>
                </a: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𝑟𝑖𝑠𝑘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𝑅𝑎𝑠𝑡𝑒𝑟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𝑙𝑎𝑡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𝑙𝑜𝑛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/>
                  <a:t>Livello Logico (Macro): Il rischio tra due fermate (A e B) è la media ponderata del rischio di tutti i segmenti fisici intermedi.</a:t>
                </a: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𝑅𝑖𝑠𝑘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𝐹𝑂𝐿𝐿𝑂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𝑟𝑖𝑠𝑘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/>
              </a:p>
            </p:txBody>
          </p:sp>
        </mc:Choice>
        <mc:Fallback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CCAB351-3391-ED46-BE2F-11CA4DA58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150" y="2256287"/>
                <a:ext cx="4563618" cy="3760459"/>
              </a:xfrm>
              <a:prstGeom prst="rect">
                <a:avLst/>
              </a:prstGeom>
              <a:blipFill>
                <a:blip r:embed="rId5"/>
                <a:stretch>
                  <a:fillRect l="-1068" t="-810" b="-1102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91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E7B0910-D8E7-F239-2F22-6FAFC29A9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1173165"/>
            <a:ext cx="5752093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Approccio 1 - Analisi </a:t>
            </a:r>
            <a:r>
              <a:rPr lang="en-US" sz="3400" dirty="0" err="1"/>
              <a:t>Critica</a:t>
            </a:r>
            <a:endParaRPr lang="en-US" sz="3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6A6B7F3-4908-2605-D889-5E5C3C7EBB37}"/>
              </a:ext>
            </a:extLst>
          </p:cNvPr>
          <p:cNvSpPr txBox="1"/>
          <p:nvPr/>
        </p:nvSpPr>
        <p:spPr>
          <a:xfrm>
            <a:off x="640077" y="2114997"/>
            <a:ext cx="5752095" cy="47430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87000"/>
            </a:pPr>
            <a:r>
              <a:rPr lang="en-US" sz="2400" b="1" dirty="0"/>
              <a:t>PRO &amp; CONS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</a:pPr>
            <a:r>
              <a:rPr lang="en-US" sz="1900" dirty="0"/>
              <a:t>PRO: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900" dirty="0"/>
              <a:t>Massima </a:t>
            </a:r>
            <a:r>
              <a:rPr lang="en-US" sz="1900" dirty="0" err="1"/>
              <a:t>fedeltà</a:t>
            </a:r>
            <a:r>
              <a:rPr lang="en-US" sz="1900" dirty="0"/>
              <a:t> </a:t>
            </a:r>
            <a:r>
              <a:rPr lang="en-US" sz="1900" dirty="0" err="1"/>
              <a:t>topologica</a:t>
            </a:r>
            <a:r>
              <a:rPr lang="en-US" sz="1900" dirty="0"/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900" dirty="0"/>
              <a:t>Analisi </a:t>
            </a:r>
            <a:r>
              <a:rPr lang="en-US" sz="1900" dirty="0" err="1"/>
              <a:t>spaziali</a:t>
            </a:r>
            <a:r>
              <a:rPr lang="en-US" sz="1900" dirty="0"/>
              <a:t> </a:t>
            </a:r>
            <a:r>
              <a:rPr lang="en-US" sz="1900" dirty="0" err="1"/>
              <a:t>puntuali</a:t>
            </a:r>
            <a:r>
              <a:rPr lang="en-US" sz="1900" dirty="0"/>
              <a:t> e </a:t>
            </a:r>
            <a:r>
              <a:rPr lang="en-US" sz="1900" dirty="0" err="1"/>
              <a:t>visualizzazione</a:t>
            </a:r>
            <a:r>
              <a:rPr lang="en-US" sz="1900" dirty="0"/>
              <a:t> GIS (Geographic information system) </a:t>
            </a:r>
            <a:r>
              <a:rPr lang="en-US" sz="1900" dirty="0" err="1"/>
              <a:t>precisa</a:t>
            </a:r>
            <a:r>
              <a:rPr lang="en-US" sz="1900" dirty="0"/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</a:pPr>
            <a:r>
              <a:rPr lang="en-US" sz="1900" dirty="0"/>
              <a:t>CONS: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900" dirty="0" err="1"/>
              <a:t>Esplosione</a:t>
            </a:r>
            <a:r>
              <a:rPr lang="en-US" sz="1900" dirty="0"/>
              <a:t> </a:t>
            </a:r>
            <a:r>
              <a:rPr lang="en-US" sz="1900" dirty="0" err="1"/>
              <a:t>Combinatoria</a:t>
            </a:r>
            <a:r>
              <a:rPr lang="en-US" sz="1900" dirty="0"/>
              <a:t>: </a:t>
            </a:r>
            <a:r>
              <a:rPr lang="en-US" sz="1900" dirty="0" err="1"/>
              <a:t>Aumento</a:t>
            </a:r>
            <a:r>
              <a:rPr lang="en-US" sz="1900" dirty="0"/>
              <a:t> </a:t>
            </a:r>
            <a:r>
              <a:rPr lang="en-US" sz="1900" dirty="0" err="1"/>
              <a:t>drastico</a:t>
            </a:r>
            <a:r>
              <a:rPr lang="en-US" sz="1900" dirty="0"/>
              <a:t> della </a:t>
            </a:r>
            <a:r>
              <a:rPr lang="en-US" sz="1900" dirty="0" err="1"/>
              <a:t>cardinalità</a:t>
            </a:r>
            <a:r>
              <a:rPr lang="en-US" sz="1900" dirty="0"/>
              <a:t> del </a:t>
            </a:r>
            <a:r>
              <a:rPr lang="en-US" sz="1900" dirty="0" err="1"/>
              <a:t>grafo</a:t>
            </a:r>
            <a:r>
              <a:rPr lang="en-US" sz="1900" dirty="0"/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900" dirty="0"/>
              <a:t>Performance: Tempi di </a:t>
            </a:r>
            <a:r>
              <a:rPr lang="en-US" sz="1900" dirty="0" err="1"/>
              <a:t>caricamento</a:t>
            </a:r>
            <a:r>
              <a:rPr lang="en-US" sz="1900" dirty="0"/>
              <a:t> e </a:t>
            </a:r>
            <a:r>
              <a:rPr lang="en-US" sz="1900" dirty="0" err="1"/>
              <a:t>proiezioni</a:t>
            </a:r>
            <a:r>
              <a:rPr lang="en-US" sz="1900" dirty="0"/>
              <a:t> in memoria (GDS) </a:t>
            </a:r>
            <a:r>
              <a:rPr lang="en-US" sz="1900" dirty="0" err="1"/>
              <a:t>lenti</a:t>
            </a:r>
            <a:r>
              <a:rPr lang="en-US" sz="1900" dirty="0"/>
              <a:t> a causa di </a:t>
            </a:r>
            <a:r>
              <a:rPr lang="en-US" sz="1900" dirty="0" err="1"/>
              <a:t>centinaia</a:t>
            </a:r>
            <a:r>
              <a:rPr lang="en-US" sz="1900" dirty="0"/>
              <a:t> di </a:t>
            </a:r>
            <a:r>
              <a:rPr lang="en-US" sz="1900" dirty="0" err="1"/>
              <a:t>migliaia</a:t>
            </a:r>
            <a:r>
              <a:rPr lang="en-US" sz="1900" dirty="0"/>
              <a:t> di nodi extra.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900" dirty="0" err="1"/>
              <a:t>Utilizzo</a:t>
            </a:r>
            <a:r>
              <a:rPr lang="en-US" sz="1900" dirty="0"/>
              <a:t> </a:t>
            </a:r>
            <a:r>
              <a:rPr lang="en-US" sz="1900" dirty="0" err="1"/>
              <a:t>Più</a:t>
            </a:r>
            <a:r>
              <a:rPr lang="en-US" sz="1900" dirty="0"/>
              <a:t> </a:t>
            </a:r>
            <a:r>
              <a:rPr lang="en-US" sz="1900" dirty="0" err="1"/>
              <a:t>adatto</a:t>
            </a:r>
            <a:r>
              <a:rPr lang="en-US" sz="1900" dirty="0"/>
              <a:t> ad analisi offline </a:t>
            </a:r>
            <a:r>
              <a:rPr lang="en-US" sz="1900" dirty="0" err="1"/>
              <a:t>che</a:t>
            </a:r>
            <a:r>
              <a:rPr lang="en-US" sz="1900" dirty="0"/>
              <a:t> al routing real-time.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7D0883D-25EB-F7C1-6B17-AF68DA70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091547" y="622561"/>
            <a:ext cx="2663383" cy="2658192"/>
          </a:xfrm>
          <a:prstGeom prst="rect">
            <a:avLst/>
          </a:prstGeom>
        </p:spPr>
      </p:pic>
      <p:pic>
        <p:nvPicPr>
          <p:cNvPr id="8" name="Graphic 7" descr="Thumbs Up Sign">
            <a:extLst>
              <a:ext uri="{FF2B5EF4-FFF2-40B4-BE49-F238E27FC236}">
                <a16:creationId xmlns:a16="http://schemas.microsoft.com/office/drawing/2014/main" id="{3B4F102A-D832-E51A-5DA4-B6F713D066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7921" y="3607283"/>
            <a:ext cx="2690635" cy="269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92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B798D2-CEC9-0409-F3E6-66BA685A4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" y="6825"/>
            <a:ext cx="12115800" cy="1956817"/>
          </a:xfrm>
        </p:spPr>
        <p:txBody>
          <a:bodyPr/>
          <a:lstStyle/>
          <a:p>
            <a:r>
              <a:rPr lang="it-IT" dirty="0"/>
              <a:t>Approccio 2 - Modellazione Semplificata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D6B9121-68CB-0305-740B-8785ECE4D2F5}"/>
              </a:ext>
            </a:extLst>
          </p:cNvPr>
          <p:cNvSpPr txBox="1"/>
          <p:nvPr/>
        </p:nvSpPr>
        <p:spPr>
          <a:xfrm>
            <a:off x="774192" y="1632926"/>
            <a:ext cx="1064361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/>
              <a:t>Ottimizzazione "Edge-Based"</a:t>
            </a:r>
          </a:p>
          <a:p>
            <a:r>
              <a:rPr lang="it-IT" sz="2400" dirty="0"/>
              <a:t>Strategia: Spostare la complessità geometrica dal grafo alla fase di pre-elaborazione Python. Processo avviene in 3 FASI: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400" b="1" dirty="0"/>
              <a:t>Segmentazione</a:t>
            </a:r>
            <a:r>
              <a:rPr lang="it-IT" sz="2400" dirty="0"/>
              <a:t>: Estrazione coordinate per ogni coppia di fermate consecutive (</a:t>
            </a:r>
            <a:r>
              <a:rPr lang="it-IT" sz="2400" b="1" i="1" dirty="0"/>
              <a:t>S top_A </a:t>
            </a:r>
            <a:r>
              <a:rPr lang="it-IT" sz="2400" b="1" i="1" dirty="0">
                <a:sym typeface="Wingdings" panose="05000000000000000000" pitchFamily="2" charset="2"/>
              </a:rPr>
              <a:t></a:t>
            </a:r>
            <a:r>
              <a:rPr lang="it-IT" sz="2400" b="1" i="1" dirty="0"/>
              <a:t>S top_B</a:t>
            </a:r>
            <a:r>
              <a:rPr lang="it-IT" sz="2400" dirty="0"/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400" b="1" dirty="0"/>
              <a:t>Calcolo WKT: </a:t>
            </a:r>
            <a:r>
              <a:rPr lang="it-IT" sz="2400" dirty="0"/>
              <a:t>Conversione dei punti in stringa LineString (</a:t>
            </a:r>
            <a:r>
              <a:rPr lang="it-IT" sz="2400" i="1" dirty="0"/>
              <a:t>Well-Known Text</a:t>
            </a:r>
            <a:r>
              <a:rPr lang="it-IT" sz="2400" dirty="0"/>
              <a:t>). Percorso esatto diventa quindi una proprietà della relazione PRECEDES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400" b="1" dirty="0"/>
              <a:t>Aggregazione Rischio: </a:t>
            </a:r>
            <a:r>
              <a:rPr lang="it-IT" sz="2400" dirty="0"/>
              <a:t>Calcolo della media dei valori raster lungo i punti e salvataggio come proprietà.</a:t>
            </a:r>
          </a:p>
          <a:p>
            <a:endParaRPr lang="it-IT" sz="2400" dirty="0"/>
          </a:p>
          <a:p>
            <a:r>
              <a:rPr lang="it-IT" sz="2400" b="1" dirty="0"/>
              <a:t>Risultato:</a:t>
            </a:r>
            <a:r>
              <a:rPr lang="it-IT" sz="2400" dirty="0"/>
              <a:t> Nessun nodo ShapePoint. Tutto è salvato sull'arco logico PRECEDES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395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BCD4753-BDA6-17A1-3D3B-BF204FCF3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1371600"/>
            <a:ext cx="5752093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Approccio 2 - Struttura del Grafo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D5AAE4C-4CDC-A1AE-5264-656927209BCB}"/>
              </a:ext>
            </a:extLst>
          </p:cNvPr>
          <p:cNvSpPr txBox="1"/>
          <p:nvPr/>
        </p:nvSpPr>
        <p:spPr>
          <a:xfrm>
            <a:off x="640079" y="2636205"/>
            <a:ext cx="5752095" cy="3661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 b="1" dirty="0"/>
              <a:t>TOPOLOGIA DEL GRAFO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 dirty="0" err="1"/>
              <a:t>Entità</a:t>
            </a:r>
            <a:r>
              <a:rPr lang="en-US" sz="1700" dirty="0"/>
              <a:t> (Nodi):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 b="1" dirty="0"/>
              <a:t>Neighborhood:</a:t>
            </a:r>
            <a:r>
              <a:rPr lang="en-US" sz="1700" dirty="0"/>
              <a:t> </a:t>
            </a:r>
            <a:r>
              <a:rPr lang="en-US" sz="1700" dirty="0" err="1"/>
              <a:t>Centroide</a:t>
            </a:r>
            <a:r>
              <a:rPr lang="en-US" sz="1700" dirty="0"/>
              <a:t> </a:t>
            </a:r>
            <a:r>
              <a:rPr lang="en-US" sz="1700" dirty="0" err="1"/>
              <a:t>quartiere</a:t>
            </a:r>
            <a:r>
              <a:rPr lang="en-US" sz="1700" dirty="0"/>
              <a:t> (Origine/</a:t>
            </a:r>
            <a:r>
              <a:rPr lang="en-US" sz="1700" dirty="0" err="1"/>
              <a:t>Destinazione</a:t>
            </a:r>
            <a:r>
              <a:rPr lang="en-US" sz="1700" dirty="0"/>
              <a:t>).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 b="1" dirty="0"/>
              <a:t>Stop</a:t>
            </a:r>
            <a:r>
              <a:rPr lang="en-US" sz="1700" dirty="0"/>
              <a:t>: </a:t>
            </a:r>
            <a:r>
              <a:rPr lang="en-US" sz="1700" dirty="0" err="1"/>
              <a:t>Infrastruttura</a:t>
            </a:r>
            <a:r>
              <a:rPr lang="en-US" sz="1700" dirty="0"/>
              <a:t> </a:t>
            </a:r>
            <a:r>
              <a:rPr lang="en-US" sz="1700" dirty="0" err="1"/>
              <a:t>fisica</a:t>
            </a:r>
            <a:r>
              <a:rPr lang="en-US" sz="1700" dirty="0"/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 b="1" dirty="0"/>
              <a:t>Stoptime</a:t>
            </a:r>
            <a:r>
              <a:rPr lang="en-US" sz="1700" dirty="0"/>
              <a:t>: </a:t>
            </a:r>
            <a:r>
              <a:rPr lang="en-US" sz="1700" dirty="0" err="1"/>
              <a:t>Evento</a:t>
            </a:r>
            <a:r>
              <a:rPr lang="en-US" sz="1700" dirty="0"/>
              <a:t> </a:t>
            </a:r>
            <a:r>
              <a:rPr lang="en-US" sz="1700" dirty="0" err="1"/>
              <a:t>temporale</a:t>
            </a:r>
            <a:r>
              <a:rPr lang="en-US" sz="1700" dirty="0"/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 dirty="0" err="1"/>
              <a:t>Relazioni</a:t>
            </a:r>
            <a:r>
              <a:rPr lang="en-US" sz="1700" dirty="0"/>
              <a:t>: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 b="1" dirty="0"/>
              <a:t>ACCESS_POINT</a:t>
            </a:r>
            <a:r>
              <a:rPr lang="en-US" sz="1700" dirty="0"/>
              <a:t>: </a:t>
            </a:r>
            <a:r>
              <a:rPr lang="en-US" sz="1700" dirty="0" err="1"/>
              <a:t>Quartiere</a:t>
            </a:r>
            <a:r>
              <a:rPr lang="en-US" sz="1700" dirty="0"/>
              <a:t> </a:t>
            </a:r>
            <a:r>
              <a:rPr lang="en-US" sz="1700" dirty="0">
                <a:sym typeface="Wingdings" panose="05000000000000000000" pitchFamily="2" charset="2"/>
              </a:rPr>
              <a:t> </a:t>
            </a:r>
            <a:r>
              <a:rPr lang="en-US" sz="1700" dirty="0"/>
              <a:t>Fermata (</a:t>
            </a:r>
            <a:r>
              <a:rPr lang="en-US" sz="1700" dirty="0" err="1"/>
              <a:t>cammino</a:t>
            </a:r>
            <a:r>
              <a:rPr lang="en-US" sz="1700" dirty="0"/>
              <a:t> a </a:t>
            </a:r>
            <a:r>
              <a:rPr lang="en-US" sz="1700" dirty="0" err="1"/>
              <a:t>piedi</a:t>
            </a:r>
            <a:r>
              <a:rPr lang="en-US" sz="1700" dirty="0"/>
              <a:t>).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 b="1" dirty="0"/>
              <a:t>LOCATED_AT</a:t>
            </a:r>
            <a:r>
              <a:rPr lang="en-US" sz="1700" dirty="0"/>
              <a:t>: </a:t>
            </a:r>
            <a:r>
              <a:rPr lang="en-US" sz="1700" dirty="0" err="1"/>
              <a:t>Evento</a:t>
            </a:r>
            <a:r>
              <a:rPr lang="en-US" sz="1700" dirty="0"/>
              <a:t> Fermata (</a:t>
            </a:r>
            <a:r>
              <a:rPr lang="en-US" sz="1700" dirty="0" err="1"/>
              <a:t>interscambio</a:t>
            </a:r>
            <a:r>
              <a:rPr lang="en-US" sz="1700" dirty="0"/>
              <a:t>).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 b="1" dirty="0"/>
              <a:t>PRECEDES</a:t>
            </a:r>
            <a:r>
              <a:rPr lang="en-US" sz="1700" dirty="0"/>
              <a:t>: Viaggio bus, </a:t>
            </a:r>
            <a:r>
              <a:rPr lang="en-US" sz="1700" dirty="0" err="1"/>
              <a:t>arricchito</a:t>
            </a:r>
            <a:r>
              <a:rPr lang="en-US" sz="1700" dirty="0"/>
              <a:t> con </a:t>
            </a:r>
            <a:r>
              <a:rPr lang="en-US" sz="1700" dirty="0" err="1"/>
              <a:t>proprietà</a:t>
            </a:r>
            <a:r>
              <a:rPr lang="en-US" sz="1700" dirty="0"/>
              <a:t> </a:t>
            </a:r>
            <a:r>
              <a:rPr lang="en-US" sz="1700" dirty="0" err="1"/>
              <a:t>complesse</a:t>
            </a:r>
            <a:r>
              <a:rPr lang="en-US" sz="1700" dirty="0"/>
              <a:t> (geometry, risk_factor) 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2026BF0-16BD-A8F8-2984-00B16B11A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946" y="2101215"/>
            <a:ext cx="4250585" cy="1179537"/>
          </a:xfrm>
          <a:prstGeom prst="rect">
            <a:avLst/>
          </a:prstGeom>
        </p:spPr>
      </p:pic>
      <p:pic>
        <p:nvPicPr>
          <p:cNvPr id="6" name="Immagine 5" descr="Immagine che contiene Accessorio di moda, cerchio, accessorio, collana">
            <a:extLst>
              <a:ext uri="{FF2B5EF4-FFF2-40B4-BE49-F238E27FC236}">
                <a16:creationId xmlns:a16="http://schemas.microsoft.com/office/drawing/2014/main" id="{B51380F5-7D54-50E0-60FF-BA0B59664D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541" y="3607283"/>
            <a:ext cx="3885394" cy="269063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BAD54E-ACE4-3419-561B-C41B669E3262}"/>
              </a:ext>
            </a:extLst>
          </p:cNvPr>
          <p:cNvSpPr txBox="1"/>
          <p:nvPr/>
        </p:nvSpPr>
        <p:spPr>
          <a:xfrm>
            <a:off x="7297946" y="1698131"/>
            <a:ext cx="2944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Struttura di PRECEDES:</a:t>
            </a:r>
          </a:p>
        </p:txBody>
      </p:sp>
    </p:spTree>
    <p:extLst>
      <p:ext uri="{BB962C8B-B14F-4D97-AF65-F5344CB8AC3E}">
        <p14:creationId xmlns:p14="http://schemas.microsoft.com/office/powerpoint/2010/main" val="1188144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667CA70-08D8-7422-2D5A-76E058BAB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3502152" cy="35914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 err="1"/>
              <a:t>Evoluzione</a:t>
            </a:r>
            <a:r>
              <a:rPr lang="en-US" sz="4000" dirty="0"/>
              <a:t> </a:t>
            </a:r>
            <a:r>
              <a:rPr lang="en-US" sz="4000" dirty="0" err="1"/>
              <a:t>dell'Algoritmo</a:t>
            </a:r>
            <a:r>
              <a:rPr lang="en-US" sz="4000" dirty="0"/>
              <a:t> di Routing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9FBCC73B-D49A-70EB-E944-3BBA145B1B83}"/>
                  </a:ext>
                </a:extLst>
              </p:cNvPr>
              <p:cNvSpPr txBox="1"/>
              <p:nvPr/>
            </p:nvSpPr>
            <p:spPr>
              <a:xfrm>
                <a:off x="4931664" y="1371601"/>
                <a:ext cx="6620256" cy="49263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 b="1" dirty="0"/>
                  <a:t>Dalla </a:t>
                </a:r>
                <a:r>
                  <a:rPr lang="en-US" b="1" dirty="0" err="1"/>
                  <a:t>velocità</a:t>
                </a:r>
                <a:r>
                  <a:rPr lang="en-US" b="1" dirty="0"/>
                  <a:t> alla </a:t>
                </a:r>
                <a:r>
                  <a:rPr lang="en-US" b="1" dirty="0" err="1"/>
                  <a:t>sicurezza</a:t>
                </a:r>
                <a:endParaRPr lang="en-US" b="1" dirty="0"/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 b="1" dirty="0"/>
                  <a:t>Standard (Routing Classico)</a:t>
                </a:r>
                <a:r>
                  <a:rPr lang="en-US" dirty="0"/>
                  <a:t>: </a:t>
                </a:r>
                <a:r>
                  <a:rPr lang="en-US" dirty="0" err="1"/>
                  <a:t>Minimizza</a:t>
                </a:r>
                <a:r>
                  <a:rPr lang="en-US" dirty="0"/>
                  <a:t> solo il tempo (</a:t>
                </a:r>
                <a:r>
                  <a:rPr lang="en-US" dirty="0" err="1"/>
                  <a:t>Attesa</a:t>
                </a:r>
                <a:r>
                  <a:rPr lang="en-US" dirty="0"/>
                  <a:t> + Viaggio + </a:t>
                </a:r>
                <a:r>
                  <a:rPr lang="en-US" dirty="0" err="1"/>
                  <a:t>Cammino</a:t>
                </a:r>
                <a:r>
                  <a:rPr lang="en-US" dirty="0"/>
                  <a:t>). "</a:t>
                </a:r>
                <a:r>
                  <a:rPr lang="en-US" dirty="0" err="1"/>
                  <a:t>Cieco</a:t>
                </a:r>
                <a:r>
                  <a:rPr lang="en-US" dirty="0"/>
                  <a:t>" rispetto alla </a:t>
                </a:r>
                <a:r>
                  <a:rPr lang="en-US" dirty="0" err="1"/>
                  <a:t>pericolosità</a:t>
                </a:r>
                <a:r>
                  <a:rPr lang="en-US" dirty="0"/>
                  <a:t> della </a:t>
                </a:r>
                <a:r>
                  <a:rPr lang="en-US" dirty="0" err="1"/>
                  <a:t>strada</a:t>
                </a:r>
                <a:r>
                  <a:rPr lang="en-US" dirty="0"/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 b="1" dirty="0" err="1"/>
                  <a:t>Evoluzione</a:t>
                </a:r>
                <a:r>
                  <a:rPr lang="en-US" b="1" dirty="0"/>
                  <a:t> (Risk-Aware)</a:t>
                </a:r>
                <a:r>
                  <a:rPr lang="en-US" dirty="0"/>
                  <a:t>: Routing </a:t>
                </a:r>
                <a:r>
                  <a:rPr lang="en-US" dirty="0" err="1"/>
                  <a:t>multimodale</a:t>
                </a:r>
                <a:r>
                  <a:rPr lang="en-US" dirty="0"/>
                  <a:t> </a:t>
                </a:r>
                <a:r>
                  <a:rPr lang="en-US" dirty="0" err="1"/>
                  <a:t>sensibile</a:t>
                </a:r>
                <a:r>
                  <a:rPr lang="en-US" dirty="0"/>
                  <a:t> al </a:t>
                </a:r>
                <a:r>
                  <a:rPr lang="en-US" dirty="0" err="1"/>
                  <a:t>rischio</a:t>
                </a:r>
                <a:r>
                  <a:rPr lang="en-US" dirty="0"/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 dirty="0"/>
                  <a:t>Nuova </a:t>
                </a:r>
                <a:r>
                  <a:rPr lang="en-US" dirty="0" err="1"/>
                  <a:t>Funzione</a:t>
                </a:r>
                <a:r>
                  <a:rPr lang="en-US" dirty="0"/>
                  <a:t> </a:t>
                </a:r>
                <a:r>
                  <a:rPr lang="en-US" dirty="0" err="1"/>
                  <a:t>Obiettivo</a:t>
                </a:r>
                <a:r>
                  <a:rPr lang="en-US" dirty="0"/>
                  <a:t>: Costo </a:t>
                </a:r>
                <a:r>
                  <a:rPr lang="en-US" dirty="0" err="1"/>
                  <a:t>Generalizzato</a:t>
                </a:r>
                <a:r>
                  <a:rPr lang="en-US" dirty="0"/>
                  <a:t> </a:t>
                </a:r>
                <a:r>
                  <a:rPr lang="en-US" dirty="0" err="1"/>
                  <a:t>che</a:t>
                </a:r>
                <a:r>
                  <a:rPr lang="en-US" dirty="0"/>
                  <a:t> </a:t>
                </a:r>
                <a:r>
                  <a:rPr lang="en-US" dirty="0" err="1"/>
                  <a:t>penalizza</a:t>
                </a:r>
                <a:r>
                  <a:rPr lang="en-US" dirty="0"/>
                  <a:t> </a:t>
                </a:r>
                <a:r>
                  <a:rPr lang="en-US" dirty="0" err="1"/>
                  <a:t>l'esposizione</a:t>
                </a:r>
                <a:r>
                  <a:rPr lang="en-US" dirty="0"/>
                  <a:t> al </a:t>
                </a:r>
                <a:r>
                  <a:rPr lang="en-US" dirty="0" err="1"/>
                  <a:t>rischio</a:t>
                </a:r>
                <a:r>
                  <a:rPr lang="en-US" dirty="0"/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𝑣𝑖𝑎𝑔𝑔𝑖𝑜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𝑅𝑖𝑠𝑘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b="0" i="1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  <a:buSzPct val="87000"/>
                  <a:buFont typeface="Arial" panose="020B0604020202020204" pitchFamily="34" charset="0"/>
                  <a:buChar char="•"/>
                </a:pPr>
                <a:r>
                  <a:rPr lang="en-US" b="1" dirty="0"/>
                  <a:t>Il </a:t>
                </a:r>
                <a:r>
                  <a:rPr lang="en-US" b="1" dirty="0" err="1"/>
                  <a:t>fattor</a:t>
                </a:r>
                <a:r>
                  <a:rPr lang="en-US" dirty="0" err="1"/>
                  <a:t>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Un </a:t>
                </a:r>
                <a:r>
                  <a:rPr lang="en-US" dirty="0" err="1"/>
                  <a:t>valore</a:t>
                </a:r>
                <a:r>
                  <a:rPr lang="en-US" dirty="0"/>
                  <a:t> di </a:t>
                </a:r>
                <a:r>
                  <a:rPr lang="en-US" dirty="0" err="1"/>
                  <a:t>penalità</a:t>
                </a:r>
                <a:r>
                  <a:rPr lang="en-US" dirty="0"/>
                  <a:t> (es. 1000) </a:t>
                </a:r>
                <a:r>
                  <a:rPr lang="en-US" dirty="0" err="1"/>
                  <a:t>che</a:t>
                </a:r>
                <a:r>
                  <a:rPr lang="en-US" dirty="0"/>
                  <a:t> </a:t>
                </a:r>
                <a:r>
                  <a:rPr lang="en-US" dirty="0" err="1"/>
                  <a:t>converte</a:t>
                </a:r>
                <a:r>
                  <a:rPr lang="en-US" dirty="0"/>
                  <a:t> il </a:t>
                </a:r>
                <a:r>
                  <a:rPr lang="en-US" dirty="0" err="1"/>
                  <a:t>rischio</a:t>
                </a:r>
                <a:r>
                  <a:rPr lang="en-US" dirty="0"/>
                  <a:t> in "</a:t>
                </a:r>
                <a:r>
                  <a:rPr lang="en-US" dirty="0" err="1"/>
                  <a:t>ritardo</a:t>
                </a:r>
                <a:r>
                  <a:rPr lang="en-US" dirty="0"/>
                  <a:t> </a:t>
                </a:r>
                <a:r>
                  <a:rPr lang="en-US" dirty="0" err="1"/>
                  <a:t>virtuale</a:t>
                </a:r>
                <a:r>
                  <a:rPr lang="en-US" dirty="0"/>
                  <a:t>".</a:t>
                </a: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9FBCC73B-D49A-70EB-E944-3BBA145B1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664" y="1371601"/>
                <a:ext cx="6620256" cy="4926318"/>
              </a:xfrm>
              <a:prstGeom prst="rect">
                <a:avLst/>
              </a:prstGeom>
              <a:blipFill>
                <a:blip r:embed="rId2"/>
                <a:stretch>
                  <a:fillRect l="-737" t="-124" b="-13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828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DCE909-4F6A-ED66-E1A9-4EF2D34EF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83712"/>
            <a:ext cx="10225144" cy="901522"/>
          </a:xfrm>
        </p:spPr>
        <p:txBody>
          <a:bodyPr>
            <a:normAutofit fontScale="90000"/>
          </a:bodyPr>
          <a:lstStyle/>
          <a:p>
            <a:r>
              <a:rPr lang="it-IT" dirty="0"/>
              <a:t>Risultati - Matrici O-D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F1FCBF6-4344-C09B-EBB9-EB07C37C6394}"/>
              </a:ext>
            </a:extLst>
          </p:cNvPr>
          <p:cNvSpPr txBox="1"/>
          <p:nvPr/>
        </p:nvSpPr>
        <p:spPr>
          <a:xfrm>
            <a:off x="338768" y="1286847"/>
            <a:ext cx="564258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Generazione dei percorsi tra quartieri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Processo</a:t>
            </a:r>
            <a:r>
              <a:rPr lang="it-IT" sz="2000" dirty="0"/>
              <a:t>: Calcolo cammino minimo per tutte le coppie Origine-Destinazione (Quartieri) usando Neo4j GDS.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Confronto</a:t>
            </a:r>
            <a:r>
              <a:rPr lang="it-IT" sz="2000" dirty="0"/>
              <a:t> </a:t>
            </a:r>
            <a:r>
              <a:rPr lang="it-IT" sz="2000" b="1" dirty="0"/>
              <a:t>output</a:t>
            </a:r>
            <a:r>
              <a:rPr lang="it-IT" sz="2000" dirty="0"/>
              <a:t>: Entrambi gli approcci producono matrici di tempi stimati sensibili alla sicurezza e quindi al rischio di incidente.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Performance</a:t>
            </a:r>
            <a:r>
              <a:rPr lang="it-IT" sz="2000" dirty="0"/>
              <a:t> </a:t>
            </a:r>
            <a:r>
              <a:rPr lang="it-IT" sz="2000" b="1" dirty="0"/>
              <a:t>Approccio</a:t>
            </a:r>
            <a:r>
              <a:rPr lang="it-IT" sz="2000" dirty="0"/>
              <a:t> </a:t>
            </a:r>
            <a:r>
              <a:rPr lang="it-IT" sz="2000" b="1" dirty="0"/>
              <a:t>2</a:t>
            </a:r>
            <a:r>
              <a:rPr lang="it-IT" sz="2000" dirty="0"/>
              <a:t> (</a:t>
            </a:r>
            <a:r>
              <a:rPr lang="it-IT" sz="2000" b="1" dirty="0"/>
              <a:t>Semplificato</a:t>
            </a:r>
            <a:r>
              <a:rPr lang="it-IT" sz="2000" dirty="0"/>
              <a:t>)</a:t>
            </a:r>
            <a:r>
              <a:rPr lang="it-IT" sz="2000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000" dirty="0"/>
              <a:t>Funzione di costo </a:t>
            </a:r>
            <a:r>
              <a:rPr lang="it-IT" sz="2000" b="1" dirty="0"/>
              <a:t>O(1)</a:t>
            </a:r>
            <a:r>
              <a:rPr lang="it-IT" sz="2000" dirty="0"/>
              <a:t>: Accesso diretto alle proprietà pre-calcolate sull'arco.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000" dirty="0"/>
              <a:t>Proiezione GDS rapida: </a:t>
            </a:r>
            <a:r>
              <a:rPr lang="it-IT" sz="2000" b="1" dirty="0"/>
              <a:t>10^4</a:t>
            </a:r>
            <a:r>
              <a:rPr lang="it-IT" sz="2000" dirty="0"/>
              <a:t> nodi invece di </a:t>
            </a:r>
            <a:r>
              <a:rPr lang="it-IT" sz="2000" b="1" dirty="0"/>
              <a:t>10^6</a:t>
            </a:r>
            <a:r>
              <a:rPr lang="it-IT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000" dirty="0"/>
              <a:t>Mantiene l'informazione visiva tramite WKT.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E85A301-169A-897D-D34C-13FED6804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000" y="1286846"/>
            <a:ext cx="4880690" cy="495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52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DDA635D-A3B3-0D1C-AF9E-94DFAA921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Confronto Sintetico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ACAE240-048C-9B99-A876-41632D1E1C24}"/>
              </a:ext>
            </a:extLst>
          </p:cNvPr>
          <p:cNvSpPr txBox="1"/>
          <p:nvPr/>
        </p:nvSpPr>
        <p:spPr>
          <a:xfrm>
            <a:off x="640080" y="4130979"/>
            <a:ext cx="2983229" cy="11602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SzPct val="87000"/>
            </a:pPr>
            <a:r>
              <a:rPr lang="en-US" sz="1500" b="1" cap="all" spc="300"/>
              <a:t>Geometria Completa vs. Modello Semplificato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878FBE5-F3D7-59BA-78FE-E60BF2BEC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2278277"/>
            <a:ext cx="7290648" cy="22418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79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79CEDDB-1D69-B513-C085-ACE0E2D0A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6095" y="1371601"/>
            <a:ext cx="6034187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 err="1"/>
              <a:t>Conclusioni</a:t>
            </a:r>
            <a:endParaRPr lang="en-US" sz="4000" dirty="0"/>
          </a:p>
        </p:txBody>
      </p:sp>
      <p:pic>
        <p:nvPicPr>
          <p:cNvPr id="6" name="Picture 5" descr="Grafici finanziari su un display scuro">
            <a:extLst>
              <a:ext uri="{FF2B5EF4-FFF2-40B4-BE49-F238E27FC236}">
                <a16:creationId xmlns:a16="http://schemas.microsoft.com/office/drawing/2014/main" id="{826992AB-B9A5-E73B-A198-96067EF9E8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60" r="30768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B3503B4-FA8F-8B98-6E5E-176F8D07AA85}"/>
              </a:ext>
            </a:extLst>
          </p:cNvPr>
          <p:cNvSpPr txBox="1"/>
          <p:nvPr/>
        </p:nvSpPr>
        <p:spPr>
          <a:xfrm>
            <a:off x="5136095" y="2556777"/>
            <a:ext cx="6034187" cy="36646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87000"/>
            </a:pPr>
            <a:r>
              <a:rPr lang="en-US" sz="2000" b="1" dirty="0" err="1"/>
              <a:t>Sintesi</a:t>
            </a:r>
            <a:r>
              <a:rPr lang="en-US" sz="2000" b="1" dirty="0"/>
              <a:t> del </a:t>
            </a:r>
            <a:r>
              <a:rPr lang="en-US" sz="2000" b="1" dirty="0" err="1"/>
              <a:t>lavoro</a:t>
            </a:r>
            <a:endParaRPr lang="en-US" sz="2000" b="1" dirty="0"/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600" b="1" dirty="0" err="1"/>
              <a:t>Fattibilità</a:t>
            </a:r>
            <a:r>
              <a:rPr lang="en-US" sz="1600" dirty="0"/>
              <a:t>: L'integrazione di </a:t>
            </a:r>
            <a:r>
              <a:rPr lang="en-US" sz="1600" dirty="0" err="1"/>
              <a:t>dati</a:t>
            </a:r>
            <a:r>
              <a:rPr lang="en-US" sz="1600" dirty="0"/>
              <a:t> </a:t>
            </a:r>
            <a:r>
              <a:rPr lang="en-US" sz="1600" dirty="0" err="1"/>
              <a:t>eterogenei</a:t>
            </a:r>
            <a:r>
              <a:rPr lang="en-US" sz="1600" dirty="0"/>
              <a:t> (GTFS, Shapes, Raster) è </a:t>
            </a:r>
            <a:r>
              <a:rPr lang="en-US" sz="1600" dirty="0" err="1"/>
              <a:t>possibile</a:t>
            </a:r>
            <a:r>
              <a:rPr lang="en-US" sz="1600" dirty="0"/>
              <a:t> e </a:t>
            </a:r>
            <a:r>
              <a:rPr lang="en-US" sz="1600" dirty="0" err="1"/>
              <a:t>arricchisce</a:t>
            </a:r>
            <a:r>
              <a:rPr lang="en-US" sz="1600" dirty="0"/>
              <a:t> </a:t>
            </a:r>
            <a:r>
              <a:rPr lang="en-US" sz="1600" dirty="0" err="1"/>
              <a:t>l'analisi</a:t>
            </a:r>
            <a:r>
              <a:rPr lang="en-US" sz="1600" dirty="0"/>
              <a:t> della </a:t>
            </a:r>
            <a:r>
              <a:rPr lang="en-US" sz="1600" dirty="0" err="1"/>
              <a:t>mobilità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600" b="1" dirty="0" err="1"/>
              <a:t>Vincitore</a:t>
            </a:r>
            <a:r>
              <a:rPr lang="en-US" sz="1600" b="1" dirty="0"/>
              <a:t> </a:t>
            </a:r>
            <a:r>
              <a:rPr lang="en-US" sz="1600" b="1" dirty="0" err="1"/>
              <a:t>Operativo</a:t>
            </a:r>
            <a:r>
              <a:rPr lang="en-US" sz="1600" dirty="0"/>
              <a:t>: 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600" dirty="0" err="1"/>
              <a:t>L'Approccio</a:t>
            </a:r>
            <a:r>
              <a:rPr lang="en-US" sz="1600" dirty="0"/>
              <a:t> 2 (</a:t>
            </a:r>
            <a:r>
              <a:rPr lang="en-US" sz="1600" dirty="0" err="1"/>
              <a:t>Semplificato</a:t>
            </a:r>
            <a:r>
              <a:rPr lang="en-US" sz="1600" dirty="0"/>
              <a:t>) è la </a:t>
            </a:r>
            <a:r>
              <a:rPr lang="en-US" sz="1600" dirty="0" err="1"/>
              <a:t>scelta</a:t>
            </a:r>
            <a:r>
              <a:rPr lang="en-US" sz="1600" dirty="0"/>
              <a:t> </a:t>
            </a:r>
            <a:r>
              <a:rPr lang="en-US" sz="1600" dirty="0" err="1"/>
              <a:t>ottimale</a:t>
            </a:r>
            <a:r>
              <a:rPr lang="en-US" sz="1600" dirty="0"/>
              <a:t> per il routing </a:t>
            </a:r>
            <a:r>
              <a:rPr lang="en-US" sz="1600" dirty="0" err="1"/>
              <a:t>su</a:t>
            </a:r>
            <a:r>
              <a:rPr lang="en-US" sz="1600" dirty="0"/>
              <a:t> scala </a:t>
            </a:r>
            <a:r>
              <a:rPr lang="en-US" sz="1600" dirty="0" err="1"/>
              <a:t>urbana</a:t>
            </a:r>
            <a:r>
              <a:rPr lang="en-US" sz="1600" dirty="0"/>
              <a:t>. 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600" dirty="0" err="1"/>
              <a:t>Garantisce</a:t>
            </a:r>
            <a:r>
              <a:rPr lang="en-US" sz="1600" dirty="0"/>
              <a:t> </a:t>
            </a:r>
            <a:r>
              <a:rPr lang="en-US" sz="1600" dirty="0" err="1"/>
              <a:t>correttezza</a:t>
            </a:r>
            <a:r>
              <a:rPr lang="en-US" sz="1600" dirty="0"/>
              <a:t> </a:t>
            </a:r>
            <a:r>
              <a:rPr lang="en-US" sz="1600" dirty="0" err="1"/>
              <a:t>topologica</a:t>
            </a:r>
            <a:r>
              <a:rPr lang="en-US" sz="1600" dirty="0"/>
              <a:t> e </a:t>
            </a:r>
            <a:r>
              <a:rPr lang="en-US" sz="1600" dirty="0" err="1"/>
              <a:t>inclusione</a:t>
            </a:r>
            <a:r>
              <a:rPr lang="en-US" sz="1600" dirty="0"/>
              <a:t> del </a:t>
            </a:r>
            <a:r>
              <a:rPr lang="en-US" sz="1600" dirty="0" err="1"/>
              <a:t>rischio</a:t>
            </a:r>
            <a:r>
              <a:rPr lang="en-US" sz="1600" dirty="0"/>
              <a:t>. 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600" dirty="0" err="1"/>
              <a:t>Mantiene</a:t>
            </a:r>
            <a:r>
              <a:rPr lang="en-US" sz="1600" dirty="0"/>
              <a:t> il database leggero e </a:t>
            </a:r>
            <a:r>
              <a:rPr lang="en-US" sz="1600" dirty="0" err="1"/>
              <a:t>compatibile</a:t>
            </a:r>
            <a:r>
              <a:rPr lang="en-US" sz="1600" dirty="0"/>
              <a:t> con </a:t>
            </a:r>
            <a:r>
              <a:rPr lang="en-US" sz="1600" dirty="0" err="1"/>
              <a:t>l’obbiettivo</a:t>
            </a:r>
            <a:r>
              <a:rPr lang="en-US" sz="1600" dirty="0"/>
              <a:t> finale.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600" b="1" dirty="0" err="1"/>
              <a:t>Sviluppi</a:t>
            </a:r>
            <a:r>
              <a:rPr lang="en-US" sz="1600" b="1" dirty="0"/>
              <a:t> </a:t>
            </a:r>
            <a:r>
              <a:rPr lang="en-US" sz="1600" b="1" dirty="0" err="1"/>
              <a:t>Futuri</a:t>
            </a:r>
            <a:r>
              <a:rPr lang="en-US" sz="1600" dirty="0"/>
              <a:t>: </a:t>
            </a:r>
            <a:r>
              <a:rPr lang="en-US" sz="1600" dirty="0" err="1"/>
              <a:t>Cambiamento</a:t>
            </a:r>
            <a:r>
              <a:rPr lang="en-US" sz="1600" dirty="0"/>
              <a:t> </a:t>
            </a:r>
            <a:r>
              <a:rPr lang="en-US" sz="1600" dirty="0" err="1"/>
              <a:t>dinamico</a:t>
            </a:r>
            <a:r>
              <a:rPr lang="en-US" sz="1600" dirty="0"/>
              <a:t> del </a:t>
            </a:r>
            <a:r>
              <a:rPr lang="en-US" sz="1600" b="1" dirty="0" err="1"/>
              <a:t>fattore</a:t>
            </a:r>
            <a:r>
              <a:rPr lang="en-US" sz="1600" b="1" dirty="0"/>
              <a:t> α</a:t>
            </a:r>
            <a:r>
              <a:rPr lang="en-US" sz="1600" dirty="0"/>
              <a:t> in base </a:t>
            </a:r>
            <a:r>
              <a:rPr lang="en-US" sz="1600" dirty="0" err="1"/>
              <a:t>all'utente</a:t>
            </a:r>
            <a:r>
              <a:rPr lang="en-US" sz="1600" dirty="0"/>
              <a:t> (es. </a:t>
            </a:r>
            <a:r>
              <a:rPr lang="en-US" sz="1600" dirty="0" err="1"/>
              <a:t>profili</a:t>
            </a:r>
            <a:r>
              <a:rPr lang="en-US" sz="1600" dirty="0"/>
              <a:t> per anziani o </a:t>
            </a:r>
            <a:r>
              <a:rPr lang="en-US" sz="1600" dirty="0" err="1"/>
              <a:t>studenti</a:t>
            </a:r>
            <a:r>
              <a:rPr lang="en-US" sz="1600" dirty="0"/>
              <a:t>) per </a:t>
            </a:r>
            <a:r>
              <a:rPr lang="en-US" sz="1600" dirty="0" err="1"/>
              <a:t>personalizzare</a:t>
            </a:r>
            <a:r>
              <a:rPr lang="en-US" sz="1600" dirty="0"/>
              <a:t> la </a:t>
            </a:r>
            <a:r>
              <a:rPr lang="en-US" sz="1600" dirty="0" err="1"/>
              <a:t>sicurezza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271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85D43CC-D7F6-24DE-8D4D-B355B8671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6564" y="1249217"/>
            <a:ext cx="8298873" cy="2258284"/>
          </a:xfrm>
        </p:spPr>
        <p:txBody>
          <a:bodyPr anchor="b">
            <a:normAutofit/>
          </a:bodyPr>
          <a:lstStyle/>
          <a:p>
            <a:pPr algn="ctr"/>
            <a:r>
              <a:rPr lang="it-IT" sz="6600"/>
              <a:t>GRAZIE PER L’ATTENZIONE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0E93E8A-29E9-6EC1-A772-B855702B8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6564" y="4490100"/>
            <a:ext cx="8298873" cy="1282843"/>
          </a:xfrm>
        </p:spPr>
        <p:txBody>
          <a:bodyPr anchor="t">
            <a:normAutofit/>
          </a:bodyPr>
          <a:lstStyle/>
          <a:p>
            <a:pPr algn="ctr"/>
            <a:r>
              <a:rPr lang="it-IT" sz="2400" dirty="0"/>
              <a:t>MATTIA ISIDORO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75791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1270</Words>
  <Application>Microsoft Office PowerPoint</Application>
  <PresentationFormat>Widescreen</PresentationFormat>
  <Paragraphs>120</Paragraphs>
  <Slides>15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Grandview Display</vt:lpstr>
      <vt:lpstr>Wingdings</vt:lpstr>
      <vt:lpstr>DashVTI</vt:lpstr>
      <vt:lpstr>INTEGRAZIONE DI GEOMETRIE REALI E FATTORI DI RISCHIO DINAMICI IN GRAFI DI TRASPORTO PUBBLICO</vt:lpstr>
      <vt:lpstr>INTROUDZIONE</vt:lpstr>
      <vt:lpstr>Obiettivi della Ricerca</vt:lpstr>
      <vt:lpstr>Struttura GTFS BASE</vt:lpstr>
      <vt:lpstr>Dati e Strumenti Aggiuntivi</vt:lpstr>
      <vt:lpstr>Approccio 1 - Geometria Completa (Modellazione)</vt:lpstr>
      <vt:lpstr>Approccio 1 - Integrazione del Rischio</vt:lpstr>
      <vt:lpstr>Approccio 1 - Analisi Critica</vt:lpstr>
      <vt:lpstr>Approccio 2 - Modellazione Semplificata</vt:lpstr>
      <vt:lpstr>Approccio 2 - Struttura del Grafo</vt:lpstr>
      <vt:lpstr>Evoluzione dell'Algoritmo di Routing</vt:lpstr>
      <vt:lpstr>Risultati - Matrici O-D</vt:lpstr>
      <vt:lpstr>Confronto Sintetico</vt:lpstr>
      <vt:lpstr>Conclusioni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 isidoro</dc:creator>
  <cp:lastModifiedBy>mattia isidoro</cp:lastModifiedBy>
  <cp:revision>1</cp:revision>
  <dcterms:created xsi:type="dcterms:W3CDTF">2025-11-21T14:30:32Z</dcterms:created>
  <dcterms:modified xsi:type="dcterms:W3CDTF">2025-11-26T10:52:51Z</dcterms:modified>
</cp:coreProperties>
</file>